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3" r:id="rId1"/>
  </p:sldMasterIdLst>
  <p:notesMasterIdLst>
    <p:notesMasterId r:id="rId10"/>
  </p:notesMasterIdLst>
  <p:sldIdLst>
    <p:sldId id="311" r:id="rId2"/>
    <p:sldId id="312" r:id="rId3"/>
    <p:sldId id="313" r:id="rId4"/>
    <p:sldId id="316" r:id="rId5"/>
    <p:sldId id="317" r:id="rId6"/>
    <p:sldId id="314" r:id="rId7"/>
    <p:sldId id="315" r:id="rId8"/>
    <p:sldId id="264" r:id="rId9"/>
  </p:sldIdLst>
  <p:sldSz cx="9144000" cy="5143500" type="screen16x9"/>
  <p:notesSz cx="6858000" cy="9144000"/>
  <p:embeddedFontLst>
    <p:embeddedFont>
      <p:font typeface="Advent Pro" panose="020B0604020202020204" charset="0"/>
      <p:regular r:id="rId11"/>
      <p:bold r:id="rId12"/>
      <p:italic r:id="rId13"/>
      <p:boldItalic r:id="rId14"/>
    </p:embeddedFont>
    <p:embeddedFont>
      <p:font typeface="Alumni Sans Pinstripe" panose="020B0604020202020204" charset="0"/>
      <p:regular r:id="rId15"/>
      <p:italic r:id="rId16"/>
    </p:embeddedFont>
    <p:embeddedFont>
      <p:font typeface="Aparajita" panose="02020603050405020304" pitchFamily="18" charset="0"/>
      <p:regular r:id="rId17"/>
      <p:bold r:id="rId18"/>
      <p:italic r:id="rId19"/>
      <p:boldItalic r:id="rId20"/>
    </p:embeddedFont>
    <p:embeddedFont>
      <p:font typeface="Baskerville Old Face" panose="02020602080505020303" pitchFamily="18" charset="0"/>
      <p:regular r:id="rId2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53A9094-6E27-4FEE-9EAE-6B1B9507EBAE}" v="8" dt="2026-03-16T11:09:10.005"/>
  </p1510:revLst>
</p1510:revInfo>
</file>

<file path=ppt/tableStyles.xml><?xml version="1.0" encoding="utf-8"?>
<a:tblStyleLst xmlns:a="http://schemas.openxmlformats.org/drawingml/2006/main" def="{82F98697-9BA2-4483-A011-F889D9518033}">
  <a:tblStyle styleId="{82F98697-9BA2-4483-A011-F889D951803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font" Target="fonts/font11.fntdata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23" Type="http://schemas.openxmlformats.org/officeDocument/2006/relationships/viewProps" Target="viewProps.xml"/><Relationship Id="rId10" Type="http://schemas.openxmlformats.org/officeDocument/2006/relationships/notesMaster" Target="notesMasters/notesMaster1.xml"/><Relationship Id="rId19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ithikkaa S.J" userId="719d9b8ebb1476f8" providerId="LiveId" clId="{DE6D1A88-D1EA-44A8-8B3C-C4ADCAED6C1F}"/>
    <pc:docChg chg="custSel addSld delSld modSld sldOrd modMainMaster">
      <pc:chgData name="Rithikkaa S.J" userId="719d9b8ebb1476f8" providerId="LiveId" clId="{DE6D1A88-D1EA-44A8-8B3C-C4ADCAED6C1F}" dt="2026-03-16T11:09:52.944" v="49" actId="14100"/>
      <pc:docMkLst>
        <pc:docMk/>
      </pc:docMkLst>
      <pc:sldChg chg="addSp delSp modSp add del mod modTransition setBg modNotes">
        <pc:chgData name="Rithikkaa S.J" userId="719d9b8ebb1476f8" providerId="LiveId" clId="{DE6D1A88-D1EA-44A8-8B3C-C4ADCAED6C1F}" dt="2026-03-16T11:09:22.418" v="44" actId="47"/>
        <pc:sldMkLst>
          <pc:docMk/>
          <pc:sldMk cId="0" sldId="256"/>
        </pc:sldMkLst>
        <pc:spChg chg="del">
          <ac:chgData name="Rithikkaa S.J" userId="719d9b8ebb1476f8" providerId="LiveId" clId="{DE6D1A88-D1EA-44A8-8B3C-C4ADCAED6C1F}" dt="2026-03-16T09:55:31.490" v="36" actId="478"/>
          <ac:spMkLst>
            <pc:docMk/>
            <pc:sldMk cId="0" sldId="256"/>
            <ac:spMk id="2" creationId="{00000000-0000-0000-0000-000000000000}"/>
          </ac:spMkLst>
        </pc:spChg>
        <pc:spChg chg="del">
          <ac:chgData name="Rithikkaa S.J" userId="719d9b8ebb1476f8" providerId="LiveId" clId="{DE6D1A88-D1EA-44A8-8B3C-C4ADCAED6C1F}" dt="2026-03-16T09:55:28.524" v="35" actId="478"/>
          <ac:spMkLst>
            <pc:docMk/>
            <pc:sldMk cId="0" sldId="256"/>
            <ac:spMk id="125" creationId="{00000000-0000-0000-0000-000000000000}"/>
          </ac:spMkLst>
        </pc:spChg>
        <pc:spChg chg="del">
          <ac:chgData name="Rithikkaa S.J" userId="719d9b8ebb1476f8" providerId="LiveId" clId="{DE6D1A88-D1EA-44A8-8B3C-C4ADCAED6C1F}" dt="2026-03-16T09:55:28.524" v="35" actId="478"/>
          <ac:spMkLst>
            <pc:docMk/>
            <pc:sldMk cId="0" sldId="256"/>
            <ac:spMk id="126" creationId="{00000000-0000-0000-0000-000000000000}"/>
          </ac:spMkLst>
        </pc:spChg>
        <pc:spChg chg="del mod">
          <ac:chgData name="Rithikkaa S.J" userId="719d9b8ebb1476f8" providerId="LiveId" clId="{DE6D1A88-D1EA-44A8-8B3C-C4ADCAED6C1F}" dt="2026-03-16T09:55:28.524" v="35" actId="478"/>
          <ac:spMkLst>
            <pc:docMk/>
            <pc:sldMk cId="0" sldId="256"/>
            <ac:spMk id="127" creationId="{00000000-0000-0000-0000-000000000000}"/>
          </ac:spMkLst>
        </pc:spChg>
        <pc:spChg chg="del">
          <ac:chgData name="Rithikkaa S.J" userId="719d9b8ebb1476f8" providerId="LiveId" clId="{DE6D1A88-D1EA-44A8-8B3C-C4ADCAED6C1F}" dt="2026-03-16T09:55:28.524" v="35" actId="478"/>
          <ac:spMkLst>
            <pc:docMk/>
            <pc:sldMk cId="0" sldId="256"/>
            <ac:spMk id="128" creationId="{00000000-0000-0000-0000-000000000000}"/>
          </ac:spMkLst>
        </pc:spChg>
        <pc:spChg chg="del">
          <ac:chgData name="Rithikkaa S.J" userId="719d9b8ebb1476f8" providerId="LiveId" clId="{DE6D1A88-D1EA-44A8-8B3C-C4ADCAED6C1F}" dt="2026-03-16T09:55:28.524" v="35" actId="478"/>
          <ac:spMkLst>
            <pc:docMk/>
            <pc:sldMk cId="0" sldId="256"/>
            <ac:spMk id="129" creationId="{00000000-0000-0000-0000-000000000000}"/>
          </ac:spMkLst>
        </pc:spChg>
        <pc:spChg chg="del">
          <ac:chgData name="Rithikkaa S.J" userId="719d9b8ebb1476f8" providerId="LiveId" clId="{DE6D1A88-D1EA-44A8-8B3C-C4ADCAED6C1F}" dt="2026-03-16T09:55:28.524" v="35" actId="478"/>
          <ac:spMkLst>
            <pc:docMk/>
            <pc:sldMk cId="0" sldId="256"/>
            <ac:spMk id="130" creationId="{00000000-0000-0000-0000-000000000000}"/>
          </ac:spMkLst>
        </pc:spChg>
        <pc:spChg chg="del">
          <ac:chgData name="Rithikkaa S.J" userId="719d9b8ebb1476f8" providerId="LiveId" clId="{DE6D1A88-D1EA-44A8-8B3C-C4ADCAED6C1F}" dt="2026-03-16T09:55:28.524" v="35" actId="478"/>
          <ac:spMkLst>
            <pc:docMk/>
            <pc:sldMk cId="0" sldId="256"/>
            <ac:spMk id="131" creationId="{00000000-0000-0000-0000-000000000000}"/>
          </ac:spMkLst>
        </pc:spChg>
        <pc:spChg chg="del">
          <ac:chgData name="Rithikkaa S.J" userId="719d9b8ebb1476f8" providerId="LiveId" clId="{DE6D1A88-D1EA-44A8-8B3C-C4ADCAED6C1F}" dt="2026-03-16T09:55:28.524" v="35" actId="478"/>
          <ac:spMkLst>
            <pc:docMk/>
            <pc:sldMk cId="0" sldId="256"/>
            <ac:spMk id="132" creationId="{00000000-0000-0000-0000-000000000000}"/>
          </ac:spMkLst>
        </pc:spChg>
        <pc:picChg chg="add mod">
          <ac:chgData name="Rithikkaa S.J" userId="719d9b8ebb1476f8" providerId="LiveId" clId="{DE6D1A88-D1EA-44A8-8B3C-C4ADCAED6C1F}" dt="2026-03-16T11:08:52.844" v="38"/>
          <ac:picMkLst>
            <pc:docMk/>
            <pc:sldMk cId="0" sldId="256"/>
            <ac:picMk id="134" creationId="{BD971932-4C07-DF0A-53FA-F5EF42DC62CE}"/>
          </ac:picMkLst>
        </pc:picChg>
      </pc:sldChg>
      <pc:sldChg chg="modTransition">
        <pc:chgData name="Rithikkaa S.J" userId="719d9b8ebb1476f8" providerId="LiveId" clId="{DE6D1A88-D1EA-44A8-8B3C-C4ADCAED6C1F}" dt="2026-03-16T08:28:39.503" v="32"/>
        <pc:sldMkLst>
          <pc:docMk/>
          <pc:sldMk cId="0" sldId="264"/>
        </pc:sldMkLst>
      </pc:sldChg>
      <pc:sldChg chg="modTransition">
        <pc:chgData name="Rithikkaa S.J" userId="719d9b8ebb1476f8" providerId="LiveId" clId="{DE6D1A88-D1EA-44A8-8B3C-C4ADCAED6C1F}" dt="2026-03-16T08:28:39.503" v="32"/>
        <pc:sldMkLst>
          <pc:docMk/>
          <pc:sldMk cId="0" sldId="311"/>
        </pc:sldMkLst>
      </pc:sldChg>
      <pc:sldChg chg="addSp delSp modSp mod modTransition">
        <pc:chgData name="Rithikkaa S.J" userId="719d9b8ebb1476f8" providerId="LiveId" clId="{DE6D1A88-D1EA-44A8-8B3C-C4ADCAED6C1F}" dt="2026-03-16T08:28:39.503" v="32"/>
        <pc:sldMkLst>
          <pc:docMk/>
          <pc:sldMk cId="0" sldId="312"/>
        </pc:sldMkLst>
        <pc:picChg chg="add mod modCrop">
          <ac:chgData name="Rithikkaa S.J" userId="719d9b8ebb1476f8" providerId="LiveId" clId="{DE6D1A88-D1EA-44A8-8B3C-C4ADCAED6C1F}" dt="2026-03-16T08:24:57.962" v="18" actId="1076"/>
          <ac:picMkLst>
            <pc:docMk/>
            <pc:sldMk cId="0" sldId="312"/>
            <ac:picMk id="6" creationId="{6A6173E5-1F6C-8FCA-2AFF-70285C56A4BD}"/>
          </ac:picMkLst>
        </pc:picChg>
        <pc:picChg chg="add del mod modCrop">
          <ac:chgData name="Rithikkaa S.J" userId="719d9b8ebb1476f8" providerId="LiveId" clId="{DE6D1A88-D1EA-44A8-8B3C-C4ADCAED6C1F}" dt="2026-03-16T08:25:06.210" v="21" actId="478"/>
          <ac:picMkLst>
            <pc:docMk/>
            <pc:sldMk cId="0" sldId="312"/>
            <ac:picMk id="16" creationId="{111BCA03-7288-88E9-CAB1-2B9BA1D7833E}"/>
          </ac:picMkLst>
        </pc:picChg>
        <pc:picChg chg="add mod">
          <ac:chgData name="Rithikkaa S.J" userId="719d9b8ebb1476f8" providerId="LiveId" clId="{DE6D1A88-D1EA-44A8-8B3C-C4ADCAED6C1F}" dt="2026-03-16T08:25:22.012" v="25" actId="14100"/>
          <ac:picMkLst>
            <pc:docMk/>
            <pc:sldMk cId="0" sldId="312"/>
            <ac:picMk id="33" creationId="{DA744C8C-0668-6C98-3F59-8964E34713AD}"/>
          </ac:picMkLst>
        </pc:picChg>
        <pc:picChg chg="add mod">
          <ac:chgData name="Rithikkaa S.J" userId="719d9b8ebb1476f8" providerId="LiveId" clId="{DE6D1A88-D1EA-44A8-8B3C-C4ADCAED6C1F}" dt="2026-03-16T08:25:13.341" v="23" actId="14100"/>
          <ac:picMkLst>
            <pc:docMk/>
            <pc:sldMk cId="0" sldId="312"/>
            <ac:picMk id="36" creationId="{3CA299C2-C472-F210-A3DF-4DEAC63817B6}"/>
          </ac:picMkLst>
        </pc:picChg>
      </pc:sldChg>
      <pc:sldChg chg="modTransition">
        <pc:chgData name="Rithikkaa S.J" userId="719d9b8ebb1476f8" providerId="LiveId" clId="{DE6D1A88-D1EA-44A8-8B3C-C4ADCAED6C1F}" dt="2026-03-16T08:28:39.503" v="32"/>
        <pc:sldMkLst>
          <pc:docMk/>
          <pc:sldMk cId="0" sldId="313"/>
        </pc:sldMkLst>
      </pc:sldChg>
      <pc:sldChg chg="modTransition">
        <pc:chgData name="Rithikkaa S.J" userId="719d9b8ebb1476f8" providerId="LiveId" clId="{DE6D1A88-D1EA-44A8-8B3C-C4ADCAED6C1F}" dt="2026-03-16T08:28:39.503" v="32"/>
        <pc:sldMkLst>
          <pc:docMk/>
          <pc:sldMk cId="0" sldId="314"/>
        </pc:sldMkLst>
      </pc:sldChg>
      <pc:sldChg chg="modTransition">
        <pc:chgData name="Rithikkaa S.J" userId="719d9b8ebb1476f8" providerId="LiveId" clId="{DE6D1A88-D1EA-44A8-8B3C-C4ADCAED6C1F}" dt="2026-03-16T08:28:39.503" v="32"/>
        <pc:sldMkLst>
          <pc:docMk/>
          <pc:sldMk cId="0" sldId="315"/>
        </pc:sldMkLst>
      </pc:sldChg>
      <pc:sldChg chg="addSp modSp mod ord modTransition">
        <pc:chgData name="Rithikkaa S.J" userId="719d9b8ebb1476f8" providerId="LiveId" clId="{DE6D1A88-D1EA-44A8-8B3C-C4ADCAED6C1F}" dt="2026-03-16T08:28:39.503" v="32"/>
        <pc:sldMkLst>
          <pc:docMk/>
          <pc:sldMk cId="0" sldId="316"/>
        </pc:sldMkLst>
        <pc:spChg chg="add">
          <ac:chgData name="Rithikkaa S.J" userId="719d9b8ebb1476f8" providerId="LiveId" clId="{DE6D1A88-D1EA-44A8-8B3C-C4ADCAED6C1F}" dt="2026-03-16T08:26:11.933" v="26"/>
          <ac:spMkLst>
            <pc:docMk/>
            <pc:sldMk cId="0" sldId="316"/>
            <ac:spMk id="5" creationId="{A41E2FB9-8B25-6E6D-A12E-4E4AD1F62194}"/>
          </ac:spMkLst>
        </pc:spChg>
        <pc:picChg chg="add mod">
          <ac:chgData name="Rithikkaa S.J" userId="719d9b8ebb1476f8" providerId="LiveId" clId="{DE6D1A88-D1EA-44A8-8B3C-C4ADCAED6C1F}" dt="2026-03-16T08:26:21.748" v="29" actId="1076"/>
          <ac:picMkLst>
            <pc:docMk/>
            <pc:sldMk cId="0" sldId="316"/>
            <ac:picMk id="6" creationId="{115BCE39-F451-3E4F-0D19-11C3BBABC65B}"/>
          </ac:picMkLst>
        </pc:picChg>
      </pc:sldChg>
      <pc:sldChg chg="addSp modSp new mod">
        <pc:chgData name="Rithikkaa S.J" userId="719d9b8ebb1476f8" providerId="LiveId" clId="{DE6D1A88-D1EA-44A8-8B3C-C4ADCAED6C1F}" dt="2026-03-16T11:09:52.944" v="49" actId="14100"/>
        <pc:sldMkLst>
          <pc:docMk/>
          <pc:sldMk cId="1769653849" sldId="317"/>
        </pc:sldMkLst>
        <pc:picChg chg="add mod modCrop">
          <ac:chgData name="Rithikkaa S.J" userId="719d9b8ebb1476f8" providerId="LiveId" clId="{DE6D1A88-D1EA-44A8-8B3C-C4ADCAED6C1F}" dt="2026-03-16T11:09:52.944" v="49" actId="14100"/>
          <ac:picMkLst>
            <pc:docMk/>
            <pc:sldMk cId="1769653849" sldId="317"/>
            <ac:picMk id="2" creationId="{2EB0F3A0-ED50-AFBD-D4DF-B7E7662458F1}"/>
          </ac:picMkLst>
        </pc:picChg>
      </pc:sldChg>
      <pc:sldMasterChg chg="modTransition modSldLayout">
        <pc:chgData name="Rithikkaa S.J" userId="719d9b8ebb1476f8" providerId="LiveId" clId="{DE6D1A88-D1EA-44A8-8B3C-C4ADCAED6C1F}" dt="2026-03-16T08:28:39.503" v="32"/>
        <pc:sldMasterMkLst>
          <pc:docMk/>
          <pc:sldMasterMk cId="0" sldId="2147483683"/>
        </pc:sldMasterMkLst>
        <pc:sldLayoutChg chg="modTransition">
          <pc:chgData name="Rithikkaa S.J" userId="719d9b8ebb1476f8" providerId="LiveId" clId="{DE6D1A88-D1EA-44A8-8B3C-C4ADCAED6C1F}" dt="2026-03-16T08:28:39.503" v="32"/>
          <pc:sldLayoutMkLst>
            <pc:docMk/>
            <pc:sldMasterMk cId="0" sldId="2147483683"/>
            <pc:sldLayoutMk cId="0" sldId="2147483658"/>
          </pc:sldLayoutMkLst>
        </pc:sldLayoutChg>
        <pc:sldLayoutChg chg="modTransition">
          <pc:chgData name="Rithikkaa S.J" userId="719d9b8ebb1476f8" providerId="LiveId" clId="{DE6D1A88-D1EA-44A8-8B3C-C4ADCAED6C1F}" dt="2026-03-16T08:28:39.503" v="32"/>
          <pc:sldLayoutMkLst>
            <pc:docMk/>
            <pc:sldMasterMk cId="0" sldId="2147483683"/>
            <pc:sldLayoutMk cId="0" sldId="2147483679"/>
          </pc:sldLayoutMkLst>
        </pc:sldLayoutChg>
        <pc:sldLayoutChg chg="modTransition">
          <pc:chgData name="Rithikkaa S.J" userId="719d9b8ebb1476f8" providerId="LiveId" clId="{DE6D1A88-D1EA-44A8-8B3C-C4ADCAED6C1F}" dt="2026-03-16T08:28:39.503" v="32"/>
          <pc:sldLayoutMkLst>
            <pc:docMk/>
            <pc:sldMasterMk cId="0" sldId="2147483683"/>
            <pc:sldLayoutMk cId="0" sldId="2147483680"/>
          </pc:sldLayoutMkLst>
        </pc:sldLayoutChg>
        <pc:sldLayoutChg chg="modTransition">
          <pc:chgData name="Rithikkaa S.J" userId="719d9b8ebb1476f8" providerId="LiveId" clId="{DE6D1A88-D1EA-44A8-8B3C-C4ADCAED6C1F}" dt="2026-03-16T08:28:39.503" v="32"/>
          <pc:sldLayoutMkLst>
            <pc:docMk/>
            <pc:sldMasterMk cId="0" sldId="2147483683"/>
            <pc:sldLayoutMk cId="2854026102" sldId="2147483685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91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>
    <p:cover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8">
    <p:spTree>
      <p:nvGrpSpPr>
        <p:cNvPr id="1" name="Shape 28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61" name="Google Shape;2861;p33"/>
          <p:cNvGrpSpPr/>
          <p:nvPr/>
        </p:nvGrpSpPr>
        <p:grpSpPr>
          <a:xfrm rot="5400000">
            <a:off x="-616035" y="1407528"/>
            <a:ext cx="2227588" cy="726522"/>
            <a:chOff x="3857800" y="1143286"/>
            <a:chExt cx="1039375" cy="338989"/>
          </a:xfrm>
        </p:grpSpPr>
        <p:sp>
          <p:nvSpPr>
            <p:cNvPr id="2862" name="Google Shape;2862;p33"/>
            <p:cNvSpPr/>
            <p:nvPr/>
          </p:nvSpPr>
          <p:spPr>
            <a:xfrm>
              <a:off x="4749232" y="123668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3" name="Google Shape;2863;p33"/>
            <p:cNvSpPr/>
            <p:nvPr/>
          </p:nvSpPr>
          <p:spPr>
            <a:xfrm>
              <a:off x="4838375" y="114328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4" name="Google Shape;2864;p33"/>
            <p:cNvSpPr/>
            <p:nvPr/>
          </p:nvSpPr>
          <p:spPr>
            <a:xfrm>
              <a:off x="4838375" y="133007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5" name="Google Shape;2865;p33"/>
            <p:cNvSpPr/>
            <p:nvPr/>
          </p:nvSpPr>
          <p:spPr>
            <a:xfrm>
              <a:off x="4838375" y="142347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6" name="Google Shape;2866;p33"/>
            <p:cNvSpPr/>
            <p:nvPr/>
          </p:nvSpPr>
          <p:spPr>
            <a:xfrm>
              <a:off x="4660088" y="133007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7" name="Google Shape;2867;p33"/>
            <p:cNvSpPr/>
            <p:nvPr/>
          </p:nvSpPr>
          <p:spPr>
            <a:xfrm>
              <a:off x="4660088" y="142347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8" name="Google Shape;2868;p33"/>
            <p:cNvSpPr/>
            <p:nvPr/>
          </p:nvSpPr>
          <p:spPr>
            <a:xfrm>
              <a:off x="4481802" y="114328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9" name="Google Shape;2869;p33"/>
            <p:cNvSpPr/>
            <p:nvPr/>
          </p:nvSpPr>
          <p:spPr>
            <a:xfrm>
              <a:off x="4481802" y="133007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0" name="Google Shape;2870;p33"/>
            <p:cNvSpPr/>
            <p:nvPr/>
          </p:nvSpPr>
          <p:spPr>
            <a:xfrm>
              <a:off x="4481802" y="142347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1" name="Google Shape;2871;p33"/>
            <p:cNvSpPr/>
            <p:nvPr/>
          </p:nvSpPr>
          <p:spPr>
            <a:xfrm>
              <a:off x="4570945" y="114328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2" name="Google Shape;2872;p33"/>
            <p:cNvSpPr/>
            <p:nvPr/>
          </p:nvSpPr>
          <p:spPr>
            <a:xfrm>
              <a:off x="4570945" y="133007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3" name="Google Shape;2873;p33"/>
            <p:cNvSpPr/>
            <p:nvPr/>
          </p:nvSpPr>
          <p:spPr>
            <a:xfrm>
              <a:off x="4392659" y="114328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4" name="Google Shape;2874;p33"/>
            <p:cNvSpPr/>
            <p:nvPr/>
          </p:nvSpPr>
          <p:spPr>
            <a:xfrm>
              <a:off x="4392659" y="133007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5" name="Google Shape;2875;p33"/>
            <p:cNvSpPr/>
            <p:nvPr/>
          </p:nvSpPr>
          <p:spPr>
            <a:xfrm>
              <a:off x="4392659" y="142347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6" name="Google Shape;2876;p33"/>
            <p:cNvSpPr/>
            <p:nvPr/>
          </p:nvSpPr>
          <p:spPr>
            <a:xfrm>
              <a:off x="4214372" y="123668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7" name="Google Shape;2877;p33"/>
            <p:cNvSpPr/>
            <p:nvPr/>
          </p:nvSpPr>
          <p:spPr>
            <a:xfrm>
              <a:off x="4303516" y="123668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8" name="Google Shape;2878;p33"/>
            <p:cNvSpPr/>
            <p:nvPr/>
          </p:nvSpPr>
          <p:spPr>
            <a:xfrm>
              <a:off x="4303516" y="133007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9" name="Google Shape;2879;p33"/>
            <p:cNvSpPr/>
            <p:nvPr/>
          </p:nvSpPr>
          <p:spPr>
            <a:xfrm>
              <a:off x="4125229" y="114328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0" name="Google Shape;2880;p33"/>
            <p:cNvSpPr/>
            <p:nvPr/>
          </p:nvSpPr>
          <p:spPr>
            <a:xfrm>
              <a:off x="4125229" y="123668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1" name="Google Shape;2881;p33"/>
            <p:cNvSpPr/>
            <p:nvPr/>
          </p:nvSpPr>
          <p:spPr>
            <a:xfrm>
              <a:off x="4125229" y="133007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2" name="Google Shape;2882;p33"/>
            <p:cNvSpPr/>
            <p:nvPr/>
          </p:nvSpPr>
          <p:spPr>
            <a:xfrm>
              <a:off x="3946943" y="114328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3" name="Google Shape;2883;p33"/>
            <p:cNvSpPr/>
            <p:nvPr/>
          </p:nvSpPr>
          <p:spPr>
            <a:xfrm>
              <a:off x="3946943" y="123668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4" name="Google Shape;2884;p33"/>
            <p:cNvSpPr/>
            <p:nvPr/>
          </p:nvSpPr>
          <p:spPr>
            <a:xfrm>
              <a:off x="3946943" y="142347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5" name="Google Shape;2885;p33"/>
            <p:cNvSpPr/>
            <p:nvPr/>
          </p:nvSpPr>
          <p:spPr>
            <a:xfrm>
              <a:off x="4036086" y="123668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6" name="Google Shape;2886;p33"/>
            <p:cNvSpPr/>
            <p:nvPr/>
          </p:nvSpPr>
          <p:spPr>
            <a:xfrm>
              <a:off x="4036086" y="133007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7" name="Google Shape;2887;p33"/>
            <p:cNvSpPr/>
            <p:nvPr/>
          </p:nvSpPr>
          <p:spPr>
            <a:xfrm>
              <a:off x="4036086" y="142347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8" name="Google Shape;2888;p33"/>
            <p:cNvSpPr/>
            <p:nvPr/>
          </p:nvSpPr>
          <p:spPr>
            <a:xfrm>
              <a:off x="3857800" y="114328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9" name="Google Shape;2889;p33"/>
            <p:cNvSpPr/>
            <p:nvPr/>
          </p:nvSpPr>
          <p:spPr>
            <a:xfrm>
              <a:off x="3857800" y="123668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0" name="Google Shape;2890;p33"/>
            <p:cNvSpPr/>
            <p:nvPr/>
          </p:nvSpPr>
          <p:spPr>
            <a:xfrm>
              <a:off x="3857800" y="133007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1" name="Google Shape;2891;p33"/>
            <p:cNvSpPr/>
            <p:nvPr/>
          </p:nvSpPr>
          <p:spPr>
            <a:xfrm>
              <a:off x="3857800" y="142347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892" name="Google Shape;2892;p33"/>
          <p:cNvGrpSpPr/>
          <p:nvPr/>
        </p:nvGrpSpPr>
        <p:grpSpPr>
          <a:xfrm>
            <a:off x="8066680" y="3468728"/>
            <a:ext cx="2227589" cy="1527191"/>
            <a:chOff x="5519300" y="372750"/>
            <a:chExt cx="1039375" cy="712575"/>
          </a:xfrm>
        </p:grpSpPr>
        <p:sp>
          <p:nvSpPr>
            <p:cNvPr id="2893" name="Google Shape;2893;p33"/>
            <p:cNvSpPr/>
            <p:nvPr/>
          </p:nvSpPr>
          <p:spPr>
            <a:xfrm>
              <a:off x="6410732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4" name="Google Shape;2894;p33"/>
            <p:cNvSpPr/>
            <p:nvPr/>
          </p:nvSpPr>
          <p:spPr>
            <a:xfrm>
              <a:off x="6410732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5" name="Google Shape;2895;p33"/>
            <p:cNvSpPr/>
            <p:nvPr/>
          </p:nvSpPr>
          <p:spPr>
            <a:xfrm>
              <a:off x="6410732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6" name="Google Shape;2896;p33"/>
            <p:cNvSpPr/>
            <p:nvPr/>
          </p:nvSpPr>
          <p:spPr>
            <a:xfrm>
              <a:off x="6410732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7" name="Google Shape;2897;p33"/>
            <p:cNvSpPr/>
            <p:nvPr/>
          </p:nvSpPr>
          <p:spPr>
            <a:xfrm>
              <a:off x="6499875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8" name="Google Shape;2898;p33"/>
            <p:cNvSpPr/>
            <p:nvPr/>
          </p:nvSpPr>
          <p:spPr>
            <a:xfrm>
              <a:off x="6499875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9" name="Google Shape;2899;p33"/>
            <p:cNvSpPr/>
            <p:nvPr/>
          </p:nvSpPr>
          <p:spPr>
            <a:xfrm>
              <a:off x="6499875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0" name="Google Shape;2900;p33"/>
            <p:cNvSpPr/>
            <p:nvPr/>
          </p:nvSpPr>
          <p:spPr>
            <a:xfrm>
              <a:off x="6499875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1" name="Google Shape;2901;p33"/>
            <p:cNvSpPr/>
            <p:nvPr/>
          </p:nvSpPr>
          <p:spPr>
            <a:xfrm>
              <a:off x="6499875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2" name="Google Shape;2902;p33"/>
            <p:cNvSpPr/>
            <p:nvPr/>
          </p:nvSpPr>
          <p:spPr>
            <a:xfrm>
              <a:off x="6321588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3" name="Google Shape;2903;p33"/>
            <p:cNvSpPr/>
            <p:nvPr/>
          </p:nvSpPr>
          <p:spPr>
            <a:xfrm>
              <a:off x="6321588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4" name="Google Shape;2904;p33"/>
            <p:cNvSpPr/>
            <p:nvPr/>
          </p:nvSpPr>
          <p:spPr>
            <a:xfrm>
              <a:off x="6321588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5" name="Google Shape;2905;p33"/>
            <p:cNvSpPr/>
            <p:nvPr/>
          </p:nvSpPr>
          <p:spPr>
            <a:xfrm>
              <a:off x="6321588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6" name="Google Shape;2906;p33"/>
            <p:cNvSpPr/>
            <p:nvPr/>
          </p:nvSpPr>
          <p:spPr>
            <a:xfrm>
              <a:off x="6321588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7" name="Google Shape;2907;p33"/>
            <p:cNvSpPr/>
            <p:nvPr/>
          </p:nvSpPr>
          <p:spPr>
            <a:xfrm>
              <a:off x="6321588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8" name="Google Shape;2908;p33"/>
            <p:cNvSpPr/>
            <p:nvPr/>
          </p:nvSpPr>
          <p:spPr>
            <a:xfrm>
              <a:off x="6143302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9" name="Google Shape;2909;p33"/>
            <p:cNvSpPr/>
            <p:nvPr/>
          </p:nvSpPr>
          <p:spPr>
            <a:xfrm>
              <a:off x="6143302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0" name="Google Shape;2910;p33"/>
            <p:cNvSpPr/>
            <p:nvPr/>
          </p:nvSpPr>
          <p:spPr>
            <a:xfrm>
              <a:off x="6143302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1" name="Google Shape;2911;p33"/>
            <p:cNvSpPr/>
            <p:nvPr/>
          </p:nvSpPr>
          <p:spPr>
            <a:xfrm>
              <a:off x="6143302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2" name="Google Shape;2912;p33"/>
            <p:cNvSpPr/>
            <p:nvPr/>
          </p:nvSpPr>
          <p:spPr>
            <a:xfrm>
              <a:off x="6143302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3" name="Google Shape;2913;p33"/>
            <p:cNvSpPr/>
            <p:nvPr/>
          </p:nvSpPr>
          <p:spPr>
            <a:xfrm>
              <a:off x="6232445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4" name="Google Shape;2914;p33"/>
            <p:cNvSpPr/>
            <p:nvPr/>
          </p:nvSpPr>
          <p:spPr>
            <a:xfrm>
              <a:off x="6232445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5" name="Google Shape;2915;p33"/>
            <p:cNvSpPr/>
            <p:nvPr/>
          </p:nvSpPr>
          <p:spPr>
            <a:xfrm>
              <a:off x="6232445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6" name="Google Shape;2916;p33"/>
            <p:cNvSpPr/>
            <p:nvPr/>
          </p:nvSpPr>
          <p:spPr>
            <a:xfrm>
              <a:off x="6232445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7" name="Google Shape;2917;p33"/>
            <p:cNvSpPr/>
            <p:nvPr/>
          </p:nvSpPr>
          <p:spPr>
            <a:xfrm>
              <a:off x="6232445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8" name="Google Shape;2918;p33"/>
            <p:cNvSpPr/>
            <p:nvPr/>
          </p:nvSpPr>
          <p:spPr>
            <a:xfrm>
              <a:off x="6232445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9" name="Google Shape;2919;p33"/>
            <p:cNvSpPr/>
            <p:nvPr/>
          </p:nvSpPr>
          <p:spPr>
            <a:xfrm>
              <a:off x="6054159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0" name="Google Shape;2920;p33"/>
            <p:cNvSpPr/>
            <p:nvPr/>
          </p:nvSpPr>
          <p:spPr>
            <a:xfrm>
              <a:off x="6054159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1" name="Google Shape;2921;p33"/>
            <p:cNvSpPr/>
            <p:nvPr/>
          </p:nvSpPr>
          <p:spPr>
            <a:xfrm>
              <a:off x="6054159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2" name="Google Shape;2922;p33"/>
            <p:cNvSpPr/>
            <p:nvPr/>
          </p:nvSpPr>
          <p:spPr>
            <a:xfrm>
              <a:off x="6054159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3" name="Google Shape;2923;p33"/>
            <p:cNvSpPr/>
            <p:nvPr/>
          </p:nvSpPr>
          <p:spPr>
            <a:xfrm>
              <a:off x="6054159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4" name="Google Shape;2924;p33"/>
            <p:cNvSpPr/>
            <p:nvPr/>
          </p:nvSpPr>
          <p:spPr>
            <a:xfrm>
              <a:off x="6054159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5" name="Google Shape;2925;p33"/>
            <p:cNvSpPr/>
            <p:nvPr/>
          </p:nvSpPr>
          <p:spPr>
            <a:xfrm>
              <a:off x="6054159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6" name="Google Shape;2926;p33"/>
            <p:cNvSpPr/>
            <p:nvPr/>
          </p:nvSpPr>
          <p:spPr>
            <a:xfrm>
              <a:off x="5875872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7" name="Google Shape;2927;p33"/>
            <p:cNvSpPr/>
            <p:nvPr/>
          </p:nvSpPr>
          <p:spPr>
            <a:xfrm>
              <a:off x="5875872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8" name="Google Shape;2928;p33"/>
            <p:cNvSpPr/>
            <p:nvPr/>
          </p:nvSpPr>
          <p:spPr>
            <a:xfrm>
              <a:off x="5875872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9" name="Google Shape;2929;p33"/>
            <p:cNvSpPr/>
            <p:nvPr/>
          </p:nvSpPr>
          <p:spPr>
            <a:xfrm>
              <a:off x="5875872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0" name="Google Shape;2930;p33"/>
            <p:cNvSpPr/>
            <p:nvPr/>
          </p:nvSpPr>
          <p:spPr>
            <a:xfrm>
              <a:off x="5965016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1" name="Google Shape;2931;p33"/>
            <p:cNvSpPr/>
            <p:nvPr/>
          </p:nvSpPr>
          <p:spPr>
            <a:xfrm>
              <a:off x="5965016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2" name="Google Shape;2932;p33"/>
            <p:cNvSpPr/>
            <p:nvPr/>
          </p:nvSpPr>
          <p:spPr>
            <a:xfrm>
              <a:off x="5965016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3" name="Google Shape;2933;p33"/>
            <p:cNvSpPr/>
            <p:nvPr/>
          </p:nvSpPr>
          <p:spPr>
            <a:xfrm>
              <a:off x="5965016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4" name="Google Shape;2934;p33"/>
            <p:cNvSpPr/>
            <p:nvPr/>
          </p:nvSpPr>
          <p:spPr>
            <a:xfrm>
              <a:off x="5965016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5" name="Google Shape;2935;p33"/>
            <p:cNvSpPr/>
            <p:nvPr/>
          </p:nvSpPr>
          <p:spPr>
            <a:xfrm>
              <a:off x="5786729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6" name="Google Shape;2936;p33"/>
            <p:cNvSpPr/>
            <p:nvPr/>
          </p:nvSpPr>
          <p:spPr>
            <a:xfrm>
              <a:off x="5786729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7" name="Google Shape;2937;p33"/>
            <p:cNvSpPr/>
            <p:nvPr/>
          </p:nvSpPr>
          <p:spPr>
            <a:xfrm>
              <a:off x="5786729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8" name="Google Shape;2938;p33"/>
            <p:cNvSpPr/>
            <p:nvPr/>
          </p:nvSpPr>
          <p:spPr>
            <a:xfrm>
              <a:off x="5786729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9" name="Google Shape;2939;p33"/>
            <p:cNvSpPr/>
            <p:nvPr/>
          </p:nvSpPr>
          <p:spPr>
            <a:xfrm>
              <a:off x="5786729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0" name="Google Shape;2940;p33"/>
            <p:cNvSpPr/>
            <p:nvPr/>
          </p:nvSpPr>
          <p:spPr>
            <a:xfrm>
              <a:off x="5786729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1" name="Google Shape;2941;p33"/>
            <p:cNvSpPr/>
            <p:nvPr/>
          </p:nvSpPr>
          <p:spPr>
            <a:xfrm>
              <a:off x="5786729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2" name="Google Shape;2942;p33"/>
            <p:cNvSpPr/>
            <p:nvPr/>
          </p:nvSpPr>
          <p:spPr>
            <a:xfrm>
              <a:off x="5608443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3" name="Google Shape;2943;p33"/>
            <p:cNvSpPr/>
            <p:nvPr/>
          </p:nvSpPr>
          <p:spPr>
            <a:xfrm>
              <a:off x="5608443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4" name="Google Shape;2944;p33"/>
            <p:cNvSpPr/>
            <p:nvPr/>
          </p:nvSpPr>
          <p:spPr>
            <a:xfrm>
              <a:off x="5608443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5" name="Google Shape;2945;p33"/>
            <p:cNvSpPr/>
            <p:nvPr/>
          </p:nvSpPr>
          <p:spPr>
            <a:xfrm>
              <a:off x="5608443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6" name="Google Shape;2946;p33"/>
            <p:cNvSpPr/>
            <p:nvPr/>
          </p:nvSpPr>
          <p:spPr>
            <a:xfrm>
              <a:off x="5608443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7" name="Google Shape;2947;p33"/>
            <p:cNvSpPr/>
            <p:nvPr/>
          </p:nvSpPr>
          <p:spPr>
            <a:xfrm>
              <a:off x="5608443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8" name="Google Shape;2948;p33"/>
            <p:cNvSpPr/>
            <p:nvPr/>
          </p:nvSpPr>
          <p:spPr>
            <a:xfrm>
              <a:off x="5697586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9" name="Google Shape;2949;p33"/>
            <p:cNvSpPr/>
            <p:nvPr/>
          </p:nvSpPr>
          <p:spPr>
            <a:xfrm>
              <a:off x="5697586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0" name="Google Shape;2950;p33"/>
            <p:cNvSpPr/>
            <p:nvPr/>
          </p:nvSpPr>
          <p:spPr>
            <a:xfrm>
              <a:off x="5697586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1" name="Google Shape;2951;p33"/>
            <p:cNvSpPr/>
            <p:nvPr/>
          </p:nvSpPr>
          <p:spPr>
            <a:xfrm>
              <a:off x="5697586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2" name="Google Shape;2952;p33"/>
            <p:cNvSpPr/>
            <p:nvPr/>
          </p:nvSpPr>
          <p:spPr>
            <a:xfrm>
              <a:off x="5697586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3" name="Google Shape;2953;p33"/>
            <p:cNvSpPr/>
            <p:nvPr/>
          </p:nvSpPr>
          <p:spPr>
            <a:xfrm>
              <a:off x="5697586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4" name="Google Shape;2954;p33"/>
            <p:cNvSpPr/>
            <p:nvPr/>
          </p:nvSpPr>
          <p:spPr>
            <a:xfrm>
              <a:off x="5697586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5" name="Google Shape;2955;p33"/>
            <p:cNvSpPr/>
            <p:nvPr/>
          </p:nvSpPr>
          <p:spPr>
            <a:xfrm>
              <a:off x="5519300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6" name="Google Shape;2956;p33"/>
            <p:cNvSpPr/>
            <p:nvPr/>
          </p:nvSpPr>
          <p:spPr>
            <a:xfrm>
              <a:off x="5519300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7" name="Google Shape;2957;p33"/>
            <p:cNvSpPr/>
            <p:nvPr/>
          </p:nvSpPr>
          <p:spPr>
            <a:xfrm>
              <a:off x="5519300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8" name="Google Shape;2958;p33"/>
            <p:cNvSpPr/>
            <p:nvPr/>
          </p:nvSpPr>
          <p:spPr>
            <a:xfrm>
              <a:off x="5519300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9" name="Google Shape;2959;p33"/>
            <p:cNvSpPr/>
            <p:nvPr/>
          </p:nvSpPr>
          <p:spPr>
            <a:xfrm>
              <a:off x="5519300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960" name="Google Shape;2960;p33"/>
          <p:cNvSpPr/>
          <p:nvPr/>
        </p:nvSpPr>
        <p:spPr>
          <a:xfrm rot="-5400000">
            <a:off x="-581151" y="-712325"/>
            <a:ext cx="1657800" cy="16575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61" name="Google Shape;2961;p33"/>
          <p:cNvSpPr/>
          <p:nvPr/>
        </p:nvSpPr>
        <p:spPr>
          <a:xfrm rot="-2158994">
            <a:off x="8445880" y="2488287"/>
            <a:ext cx="3063067" cy="3063067"/>
          </a:xfrm>
          <a:prstGeom prst="blockArc">
            <a:avLst>
              <a:gd name="adj1" fmla="val 5958233"/>
              <a:gd name="adj2" fmla="val 17463104"/>
              <a:gd name="adj3" fmla="val 15066"/>
            </a:avLst>
          </a:prstGeom>
          <a:gradFill>
            <a:gsLst>
              <a:gs pos="0">
                <a:srgbClr val="006685"/>
              </a:gs>
              <a:gs pos="100000">
                <a:srgbClr val="01010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p:transition spd="slow">
    <p:cover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8_1">
    <p:spTree>
      <p:nvGrpSpPr>
        <p:cNvPr id="1" name="Shape 29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3" name="Google Shape;2963;p34"/>
          <p:cNvSpPr/>
          <p:nvPr/>
        </p:nvSpPr>
        <p:spPr>
          <a:xfrm flipH="1">
            <a:off x="8270391" y="2279600"/>
            <a:ext cx="1812300" cy="18129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964" name="Google Shape;2964;p34"/>
          <p:cNvGrpSpPr/>
          <p:nvPr/>
        </p:nvGrpSpPr>
        <p:grpSpPr>
          <a:xfrm rot="5400000">
            <a:off x="7651004" y="3368691"/>
            <a:ext cx="2227589" cy="1527191"/>
            <a:chOff x="5519300" y="372750"/>
            <a:chExt cx="1039375" cy="712575"/>
          </a:xfrm>
        </p:grpSpPr>
        <p:sp>
          <p:nvSpPr>
            <p:cNvPr id="2965" name="Google Shape;2965;p34"/>
            <p:cNvSpPr/>
            <p:nvPr/>
          </p:nvSpPr>
          <p:spPr>
            <a:xfrm>
              <a:off x="6410732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6" name="Google Shape;2966;p34"/>
            <p:cNvSpPr/>
            <p:nvPr/>
          </p:nvSpPr>
          <p:spPr>
            <a:xfrm>
              <a:off x="6410732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7" name="Google Shape;2967;p34"/>
            <p:cNvSpPr/>
            <p:nvPr/>
          </p:nvSpPr>
          <p:spPr>
            <a:xfrm>
              <a:off x="6410732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8" name="Google Shape;2968;p34"/>
            <p:cNvSpPr/>
            <p:nvPr/>
          </p:nvSpPr>
          <p:spPr>
            <a:xfrm>
              <a:off x="6410732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9" name="Google Shape;2969;p34"/>
            <p:cNvSpPr/>
            <p:nvPr/>
          </p:nvSpPr>
          <p:spPr>
            <a:xfrm>
              <a:off x="6499875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0" name="Google Shape;2970;p34"/>
            <p:cNvSpPr/>
            <p:nvPr/>
          </p:nvSpPr>
          <p:spPr>
            <a:xfrm>
              <a:off x="6499875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1" name="Google Shape;2971;p34"/>
            <p:cNvSpPr/>
            <p:nvPr/>
          </p:nvSpPr>
          <p:spPr>
            <a:xfrm>
              <a:off x="6499875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2" name="Google Shape;2972;p34"/>
            <p:cNvSpPr/>
            <p:nvPr/>
          </p:nvSpPr>
          <p:spPr>
            <a:xfrm>
              <a:off x="6499875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3" name="Google Shape;2973;p34"/>
            <p:cNvSpPr/>
            <p:nvPr/>
          </p:nvSpPr>
          <p:spPr>
            <a:xfrm>
              <a:off x="6499875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4" name="Google Shape;2974;p34"/>
            <p:cNvSpPr/>
            <p:nvPr/>
          </p:nvSpPr>
          <p:spPr>
            <a:xfrm>
              <a:off x="6321588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5" name="Google Shape;2975;p34"/>
            <p:cNvSpPr/>
            <p:nvPr/>
          </p:nvSpPr>
          <p:spPr>
            <a:xfrm>
              <a:off x="6321588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6" name="Google Shape;2976;p34"/>
            <p:cNvSpPr/>
            <p:nvPr/>
          </p:nvSpPr>
          <p:spPr>
            <a:xfrm>
              <a:off x="6321588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7" name="Google Shape;2977;p34"/>
            <p:cNvSpPr/>
            <p:nvPr/>
          </p:nvSpPr>
          <p:spPr>
            <a:xfrm>
              <a:off x="6321588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8" name="Google Shape;2978;p34"/>
            <p:cNvSpPr/>
            <p:nvPr/>
          </p:nvSpPr>
          <p:spPr>
            <a:xfrm>
              <a:off x="6321588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9" name="Google Shape;2979;p34"/>
            <p:cNvSpPr/>
            <p:nvPr/>
          </p:nvSpPr>
          <p:spPr>
            <a:xfrm>
              <a:off x="6321588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0" name="Google Shape;2980;p34"/>
            <p:cNvSpPr/>
            <p:nvPr/>
          </p:nvSpPr>
          <p:spPr>
            <a:xfrm>
              <a:off x="6143302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1" name="Google Shape;2981;p34"/>
            <p:cNvSpPr/>
            <p:nvPr/>
          </p:nvSpPr>
          <p:spPr>
            <a:xfrm>
              <a:off x="6143302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2" name="Google Shape;2982;p34"/>
            <p:cNvSpPr/>
            <p:nvPr/>
          </p:nvSpPr>
          <p:spPr>
            <a:xfrm>
              <a:off x="6143302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3" name="Google Shape;2983;p34"/>
            <p:cNvSpPr/>
            <p:nvPr/>
          </p:nvSpPr>
          <p:spPr>
            <a:xfrm>
              <a:off x="6143302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4" name="Google Shape;2984;p34"/>
            <p:cNvSpPr/>
            <p:nvPr/>
          </p:nvSpPr>
          <p:spPr>
            <a:xfrm>
              <a:off x="6143302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5" name="Google Shape;2985;p34"/>
            <p:cNvSpPr/>
            <p:nvPr/>
          </p:nvSpPr>
          <p:spPr>
            <a:xfrm>
              <a:off x="6232445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6" name="Google Shape;2986;p34"/>
            <p:cNvSpPr/>
            <p:nvPr/>
          </p:nvSpPr>
          <p:spPr>
            <a:xfrm>
              <a:off x="6232445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7" name="Google Shape;2987;p34"/>
            <p:cNvSpPr/>
            <p:nvPr/>
          </p:nvSpPr>
          <p:spPr>
            <a:xfrm>
              <a:off x="6232445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8" name="Google Shape;2988;p34"/>
            <p:cNvSpPr/>
            <p:nvPr/>
          </p:nvSpPr>
          <p:spPr>
            <a:xfrm>
              <a:off x="6232445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9" name="Google Shape;2989;p34"/>
            <p:cNvSpPr/>
            <p:nvPr/>
          </p:nvSpPr>
          <p:spPr>
            <a:xfrm>
              <a:off x="6232445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0" name="Google Shape;2990;p34"/>
            <p:cNvSpPr/>
            <p:nvPr/>
          </p:nvSpPr>
          <p:spPr>
            <a:xfrm>
              <a:off x="6232445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1" name="Google Shape;2991;p34"/>
            <p:cNvSpPr/>
            <p:nvPr/>
          </p:nvSpPr>
          <p:spPr>
            <a:xfrm>
              <a:off x="6054159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2" name="Google Shape;2992;p34"/>
            <p:cNvSpPr/>
            <p:nvPr/>
          </p:nvSpPr>
          <p:spPr>
            <a:xfrm>
              <a:off x="6054159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3" name="Google Shape;2993;p34"/>
            <p:cNvSpPr/>
            <p:nvPr/>
          </p:nvSpPr>
          <p:spPr>
            <a:xfrm>
              <a:off x="6054159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4" name="Google Shape;2994;p34"/>
            <p:cNvSpPr/>
            <p:nvPr/>
          </p:nvSpPr>
          <p:spPr>
            <a:xfrm>
              <a:off x="6054159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5" name="Google Shape;2995;p34"/>
            <p:cNvSpPr/>
            <p:nvPr/>
          </p:nvSpPr>
          <p:spPr>
            <a:xfrm>
              <a:off x="6054159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6" name="Google Shape;2996;p34"/>
            <p:cNvSpPr/>
            <p:nvPr/>
          </p:nvSpPr>
          <p:spPr>
            <a:xfrm>
              <a:off x="6054159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7" name="Google Shape;2997;p34"/>
            <p:cNvSpPr/>
            <p:nvPr/>
          </p:nvSpPr>
          <p:spPr>
            <a:xfrm>
              <a:off x="6054159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8" name="Google Shape;2998;p34"/>
            <p:cNvSpPr/>
            <p:nvPr/>
          </p:nvSpPr>
          <p:spPr>
            <a:xfrm>
              <a:off x="5875872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9" name="Google Shape;2999;p34"/>
            <p:cNvSpPr/>
            <p:nvPr/>
          </p:nvSpPr>
          <p:spPr>
            <a:xfrm>
              <a:off x="5875872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0" name="Google Shape;3000;p34"/>
            <p:cNvSpPr/>
            <p:nvPr/>
          </p:nvSpPr>
          <p:spPr>
            <a:xfrm>
              <a:off x="5875872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1" name="Google Shape;3001;p34"/>
            <p:cNvSpPr/>
            <p:nvPr/>
          </p:nvSpPr>
          <p:spPr>
            <a:xfrm>
              <a:off x="5875872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2" name="Google Shape;3002;p34"/>
            <p:cNvSpPr/>
            <p:nvPr/>
          </p:nvSpPr>
          <p:spPr>
            <a:xfrm>
              <a:off x="5965016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3" name="Google Shape;3003;p34"/>
            <p:cNvSpPr/>
            <p:nvPr/>
          </p:nvSpPr>
          <p:spPr>
            <a:xfrm>
              <a:off x="5965016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4" name="Google Shape;3004;p34"/>
            <p:cNvSpPr/>
            <p:nvPr/>
          </p:nvSpPr>
          <p:spPr>
            <a:xfrm>
              <a:off x="5965016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5" name="Google Shape;3005;p34"/>
            <p:cNvSpPr/>
            <p:nvPr/>
          </p:nvSpPr>
          <p:spPr>
            <a:xfrm>
              <a:off x="5965016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6" name="Google Shape;3006;p34"/>
            <p:cNvSpPr/>
            <p:nvPr/>
          </p:nvSpPr>
          <p:spPr>
            <a:xfrm>
              <a:off x="5965016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7" name="Google Shape;3007;p34"/>
            <p:cNvSpPr/>
            <p:nvPr/>
          </p:nvSpPr>
          <p:spPr>
            <a:xfrm>
              <a:off x="5786729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8" name="Google Shape;3008;p34"/>
            <p:cNvSpPr/>
            <p:nvPr/>
          </p:nvSpPr>
          <p:spPr>
            <a:xfrm>
              <a:off x="5786729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9" name="Google Shape;3009;p34"/>
            <p:cNvSpPr/>
            <p:nvPr/>
          </p:nvSpPr>
          <p:spPr>
            <a:xfrm>
              <a:off x="5786729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0" name="Google Shape;3010;p34"/>
            <p:cNvSpPr/>
            <p:nvPr/>
          </p:nvSpPr>
          <p:spPr>
            <a:xfrm>
              <a:off x="5786729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1" name="Google Shape;3011;p34"/>
            <p:cNvSpPr/>
            <p:nvPr/>
          </p:nvSpPr>
          <p:spPr>
            <a:xfrm>
              <a:off x="5786729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2" name="Google Shape;3012;p34"/>
            <p:cNvSpPr/>
            <p:nvPr/>
          </p:nvSpPr>
          <p:spPr>
            <a:xfrm>
              <a:off x="5786729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3" name="Google Shape;3013;p34"/>
            <p:cNvSpPr/>
            <p:nvPr/>
          </p:nvSpPr>
          <p:spPr>
            <a:xfrm>
              <a:off x="5786729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4" name="Google Shape;3014;p34"/>
            <p:cNvSpPr/>
            <p:nvPr/>
          </p:nvSpPr>
          <p:spPr>
            <a:xfrm>
              <a:off x="5608443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5" name="Google Shape;3015;p34"/>
            <p:cNvSpPr/>
            <p:nvPr/>
          </p:nvSpPr>
          <p:spPr>
            <a:xfrm>
              <a:off x="5608443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6" name="Google Shape;3016;p34"/>
            <p:cNvSpPr/>
            <p:nvPr/>
          </p:nvSpPr>
          <p:spPr>
            <a:xfrm>
              <a:off x="5608443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7" name="Google Shape;3017;p34"/>
            <p:cNvSpPr/>
            <p:nvPr/>
          </p:nvSpPr>
          <p:spPr>
            <a:xfrm>
              <a:off x="5608443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8" name="Google Shape;3018;p34"/>
            <p:cNvSpPr/>
            <p:nvPr/>
          </p:nvSpPr>
          <p:spPr>
            <a:xfrm>
              <a:off x="5608443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9" name="Google Shape;3019;p34"/>
            <p:cNvSpPr/>
            <p:nvPr/>
          </p:nvSpPr>
          <p:spPr>
            <a:xfrm>
              <a:off x="5608443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0" name="Google Shape;3020;p34"/>
            <p:cNvSpPr/>
            <p:nvPr/>
          </p:nvSpPr>
          <p:spPr>
            <a:xfrm>
              <a:off x="5697586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1" name="Google Shape;3021;p34"/>
            <p:cNvSpPr/>
            <p:nvPr/>
          </p:nvSpPr>
          <p:spPr>
            <a:xfrm>
              <a:off x="5697586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2" name="Google Shape;3022;p34"/>
            <p:cNvSpPr/>
            <p:nvPr/>
          </p:nvSpPr>
          <p:spPr>
            <a:xfrm>
              <a:off x="5697586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3" name="Google Shape;3023;p34"/>
            <p:cNvSpPr/>
            <p:nvPr/>
          </p:nvSpPr>
          <p:spPr>
            <a:xfrm>
              <a:off x="5697586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4" name="Google Shape;3024;p34"/>
            <p:cNvSpPr/>
            <p:nvPr/>
          </p:nvSpPr>
          <p:spPr>
            <a:xfrm>
              <a:off x="5697586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5" name="Google Shape;3025;p34"/>
            <p:cNvSpPr/>
            <p:nvPr/>
          </p:nvSpPr>
          <p:spPr>
            <a:xfrm>
              <a:off x="5697586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6" name="Google Shape;3026;p34"/>
            <p:cNvSpPr/>
            <p:nvPr/>
          </p:nvSpPr>
          <p:spPr>
            <a:xfrm>
              <a:off x="5697586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7" name="Google Shape;3027;p34"/>
            <p:cNvSpPr/>
            <p:nvPr/>
          </p:nvSpPr>
          <p:spPr>
            <a:xfrm>
              <a:off x="5519300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8" name="Google Shape;3028;p34"/>
            <p:cNvSpPr/>
            <p:nvPr/>
          </p:nvSpPr>
          <p:spPr>
            <a:xfrm>
              <a:off x="5519300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9" name="Google Shape;3029;p34"/>
            <p:cNvSpPr/>
            <p:nvPr/>
          </p:nvSpPr>
          <p:spPr>
            <a:xfrm>
              <a:off x="5519300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0" name="Google Shape;3030;p34"/>
            <p:cNvSpPr/>
            <p:nvPr/>
          </p:nvSpPr>
          <p:spPr>
            <a:xfrm>
              <a:off x="5519300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1" name="Google Shape;3031;p34"/>
            <p:cNvSpPr/>
            <p:nvPr/>
          </p:nvSpPr>
          <p:spPr>
            <a:xfrm>
              <a:off x="5519300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032" name="Google Shape;3032;p34"/>
          <p:cNvGrpSpPr/>
          <p:nvPr/>
        </p:nvGrpSpPr>
        <p:grpSpPr>
          <a:xfrm rot="-5400000">
            <a:off x="-818942" y="1077257"/>
            <a:ext cx="2227588" cy="726522"/>
            <a:chOff x="3799000" y="1820400"/>
            <a:chExt cx="1039375" cy="338989"/>
          </a:xfrm>
        </p:grpSpPr>
        <p:sp>
          <p:nvSpPr>
            <p:cNvPr id="3033" name="Google Shape;3033;p34"/>
            <p:cNvSpPr/>
            <p:nvPr/>
          </p:nvSpPr>
          <p:spPr>
            <a:xfrm>
              <a:off x="4690432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4" name="Google Shape;3034;p34"/>
            <p:cNvSpPr/>
            <p:nvPr/>
          </p:nvSpPr>
          <p:spPr>
            <a:xfrm>
              <a:off x="4690432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5" name="Google Shape;3035;p34"/>
            <p:cNvSpPr/>
            <p:nvPr/>
          </p:nvSpPr>
          <p:spPr>
            <a:xfrm>
              <a:off x="4779575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6" name="Google Shape;3036;p34"/>
            <p:cNvSpPr/>
            <p:nvPr/>
          </p:nvSpPr>
          <p:spPr>
            <a:xfrm>
              <a:off x="4601288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7" name="Google Shape;3037;p34"/>
            <p:cNvSpPr/>
            <p:nvPr/>
          </p:nvSpPr>
          <p:spPr>
            <a:xfrm>
              <a:off x="4423002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8" name="Google Shape;3038;p34"/>
            <p:cNvSpPr/>
            <p:nvPr/>
          </p:nvSpPr>
          <p:spPr>
            <a:xfrm>
              <a:off x="4423002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9" name="Google Shape;3039;p34"/>
            <p:cNvSpPr/>
            <p:nvPr/>
          </p:nvSpPr>
          <p:spPr>
            <a:xfrm>
              <a:off x="4423002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0" name="Google Shape;3040;p34"/>
            <p:cNvSpPr/>
            <p:nvPr/>
          </p:nvSpPr>
          <p:spPr>
            <a:xfrm>
              <a:off x="4512145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1" name="Google Shape;3041;p34"/>
            <p:cNvSpPr/>
            <p:nvPr/>
          </p:nvSpPr>
          <p:spPr>
            <a:xfrm>
              <a:off x="4512145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2" name="Google Shape;3042;p34"/>
            <p:cNvSpPr/>
            <p:nvPr/>
          </p:nvSpPr>
          <p:spPr>
            <a:xfrm>
              <a:off x="4512145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3" name="Google Shape;3043;p34"/>
            <p:cNvSpPr/>
            <p:nvPr/>
          </p:nvSpPr>
          <p:spPr>
            <a:xfrm>
              <a:off x="4333859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4" name="Google Shape;3044;p34"/>
            <p:cNvSpPr/>
            <p:nvPr/>
          </p:nvSpPr>
          <p:spPr>
            <a:xfrm>
              <a:off x="4333859" y="191379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5" name="Google Shape;3045;p34"/>
            <p:cNvSpPr/>
            <p:nvPr/>
          </p:nvSpPr>
          <p:spPr>
            <a:xfrm>
              <a:off x="4333859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6" name="Google Shape;3046;p34"/>
            <p:cNvSpPr/>
            <p:nvPr/>
          </p:nvSpPr>
          <p:spPr>
            <a:xfrm>
              <a:off x="4333859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7" name="Google Shape;3047;p34"/>
            <p:cNvSpPr/>
            <p:nvPr/>
          </p:nvSpPr>
          <p:spPr>
            <a:xfrm>
              <a:off x="4155572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8" name="Google Shape;3048;p34"/>
            <p:cNvSpPr/>
            <p:nvPr/>
          </p:nvSpPr>
          <p:spPr>
            <a:xfrm>
              <a:off x="4155572" y="191379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9" name="Google Shape;3049;p34"/>
            <p:cNvSpPr/>
            <p:nvPr/>
          </p:nvSpPr>
          <p:spPr>
            <a:xfrm>
              <a:off x="4155572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0" name="Google Shape;3050;p34"/>
            <p:cNvSpPr/>
            <p:nvPr/>
          </p:nvSpPr>
          <p:spPr>
            <a:xfrm>
              <a:off x="4155572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1" name="Google Shape;3051;p34"/>
            <p:cNvSpPr/>
            <p:nvPr/>
          </p:nvSpPr>
          <p:spPr>
            <a:xfrm>
              <a:off x="4244716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2" name="Google Shape;3052;p34"/>
            <p:cNvSpPr/>
            <p:nvPr/>
          </p:nvSpPr>
          <p:spPr>
            <a:xfrm>
              <a:off x="4244716" y="191379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3" name="Google Shape;3053;p34"/>
            <p:cNvSpPr/>
            <p:nvPr/>
          </p:nvSpPr>
          <p:spPr>
            <a:xfrm>
              <a:off x="4244716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4" name="Google Shape;3054;p34"/>
            <p:cNvSpPr/>
            <p:nvPr/>
          </p:nvSpPr>
          <p:spPr>
            <a:xfrm>
              <a:off x="4244716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5" name="Google Shape;3055;p34"/>
            <p:cNvSpPr/>
            <p:nvPr/>
          </p:nvSpPr>
          <p:spPr>
            <a:xfrm>
              <a:off x="4066429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6" name="Google Shape;3056;p34"/>
            <p:cNvSpPr/>
            <p:nvPr/>
          </p:nvSpPr>
          <p:spPr>
            <a:xfrm>
              <a:off x="4066429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7" name="Google Shape;3057;p34"/>
            <p:cNvSpPr/>
            <p:nvPr/>
          </p:nvSpPr>
          <p:spPr>
            <a:xfrm>
              <a:off x="4066429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8" name="Google Shape;3058;p34"/>
            <p:cNvSpPr/>
            <p:nvPr/>
          </p:nvSpPr>
          <p:spPr>
            <a:xfrm>
              <a:off x="3888143" y="191379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9" name="Google Shape;3059;p34"/>
            <p:cNvSpPr/>
            <p:nvPr/>
          </p:nvSpPr>
          <p:spPr>
            <a:xfrm>
              <a:off x="3888143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0" name="Google Shape;3060;p34"/>
            <p:cNvSpPr/>
            <p:nvPr/>
          </p:nvSpPr>
          <p:spPr>
            <a:xfrm>
              <a:off x="3888143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1" name="Google Shape;3061;p34"/>
            <p:cNvSpPr/>
            <p:nvPr/>
          </p:nvSpPr>
          <p:spPr>
            <a:xfrm>
              <a:off x="3977286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2" name="Google Shape;3062;p34"/>
            <p:cNvSpPr/>
            <p:nvPr/>
          </p:nvSpPr>
          <p:spPr>
            <a:xfrm>
              <a:off x="3977286" y="191379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3" name="Google Shape;3063;p34"/>
            <p:cNvSpPr/>
            <p:nvPr/>
          </p:nvSpPr>
          <p:spPr>
            <a:xfrm>
              <a:off x="3977286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4" name="Google Shape;3064;p34"/>
            <p:cNvSpPr/>
            <p:nvPr/>
          </p:nvSpPr>
          <p:spPr>
            <a:xfrm>
              <a:off x="3977286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5" name="Google Shape;3065;p34"/>
            <p:cNvSpPr/>
            <p:nvPr/>
          </p:nvSpPr>
          <p:spPr>
            <a:xfrm>
              <a:off x="3799000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6" name="Google Shape;3066;p34"/>
            <p:cNvSpPr/>
            <p:nvPr/>
          </p:nvSpPr>
          <p:spPr>
            <a:xfrm>
              <a:off x="3799000" y="191379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7" name="Google Shape;3067;p34"/>
            <p:cNvSpPr/>
            <p:nvPr/>
          </p:nvSpPr>
          <p:spPr>
            <a:xfrm>
              <a:off x="3799000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8" name="Google Shape;3068;p34"/>
            <p:cNvSpPr/>
            <p:nvPr/>
          </p:nvSpPr>
          <p:spPr>
            <a:xfrm>
              <a:off x="3799000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069" name="Google Shape;3069;p34"/>
          <p:cNvSpPr/>
          <p:nvPr/>
        </p:nvSpPr>
        <p:spPr>
          <a:xfrm flipH="1">
            <a:off x="-1058342" y="3902385"/>
            <a:ext cx="2574600" cy="2574600"/>
          </a:xfrm>
          <a:prstGeom prst="blockArc">
            <a:avLst>
              <a:gd name="adj1" fmla="val 5958233"/>
              <a:gd name="adj2" fmla="val 17463104"/>
              <a:gd name="adj3" fmla="val 15066"/>
            </a:avLst>
          </a:prstGeom>
          <a:gradFill>
            <a:gsLst>
              <a:gs pos="0">
                <a:srgbClr val="006685"/>
              </a:gs>
              <a:gs pos="100000">
                <a:srgbClr val="01010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070" name="Google Shape;3070;p3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0850" y="3694589"/>
            <a:ext cx="1306575" cy="136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71" name="Google Shape;3071;p34"/>
          <p:cNvSpPr/>
          <p:nvPr/>
        </p:nvSpPr>
        <p:spPr>
          <a:xfrm rot="5400000" flipH="1">
            <a:off x="-383111" y="-1285175"/>
            <a:ext cx="2033700" cy="2033700"/>
          </a:xfrm>
          <a:prstGeom prst="blockArc">
            <a:avLst>
              <a:gd name="adj1" fmla="val 5958233"/>
              <a:gd name="adj2" fmla="val 16931427"/>
              <a:gd name="adj3" fmla="val 19901"/>
            </a:avLst>
          </a:prstGeom>
          <a:gradFill>
            <a:gsLst>
              <a:gs pos="0">
                <a:srgbClr val="006685"/>
              </a:gs>
              <a:gs pos="100000">
                <a:srgbClr val="01010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2" name="Google Shape;3072;p34"/>
          <p:cNvSpPr/>
          <p:nvPr/>
        </p:nvSpPr>
        <p:spPr>
          <a:xfrm flipH="1">
            <a:off x="-87012" y="-979068"/>
            <a:ext cx="1654500" cy="16551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073" name="Google Shape;3073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14494" y="748521"/>
            <a:ext cx="1013918" cy="726975"/>
          </a:xfrm>
          <a:prstGeom prst="rect">
            <a:avLst/>
          </a:prstGeom>
          <a:noFill/>
          <a:ln>
            <a:noFill/>
          </a:ln>
        </p:spPr>
      </p:pic>
      <p:sp>
        <p:nvSpPr>
          <p:cNvPr id="3074" name="Google Shape;3074;p34"/>
          <p:cNvSpPr/>
          <p:nvPr/>
        </p:nvSpPr>
        <p:spPr>
          <a:xfrm rot="-5400000" flipH="1">
            <a:off x="6829239" y="4604100"/>
            <a:ext cx="2033700" cy="2033700"/>
          </a:xfrm>
          <a:prstGeom prst="blockArc">
            <a:avLst>
              <a:gd name="adj1" fmla="val 5958233"/>
              <a:gd name="adj2" fmla="val 16931427"/>
              <a:gd name="adj3" fmla="val 19901"/>
            </a:avLst>
          </a:prstGeom>
          <a:gradFill>
            <a:gsLst>
              <a:gs pos="0">
                <a:srgbClr val="006685"/>
              </a:gs>
              <a:gs pos="100000">
                <a:srgbClr val="01010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5" name="Google Shape;3075;p34"/>
          <p:cNvSpPr/>
          <p:nvPr/>
        </p:nvSpPr>
        <p:spPr>
          <a:xfrm rot="10800000" flipH="1">
            <a:off x="6912341" y="4676592"/>
            <a:ext cx="1654500" cy="16551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076" name="Google Shape;3076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67494" y="4676596"/>
            <a:ext cx="1013918" cy="726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77" name="Google Shape;3077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508956" y="2685121"/>
            <a:ext cx="1013918" cy="726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78" name="Google Shape;3078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22166" y="-427950"/>
            <a:ext cx="1217532" cy="8729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cover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54026102"/>
      </p:ext>
    </p:extLst>
  </p:cSld>
  <p:clrMapOvr>
    <a:masterClrMapping/>
  </p:clrMapOvr>
  <p:transition spd="slow">
    <p:cover/>
  </p:transition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gradFill>
          <a:gsLst>
            <a:gs pos="0">
              <a:schemeClr val="lt1"/>
            </a:gs>
            <a:gs pos="100000">
              <a:schemeClr val="dk2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75" y="445025"/>
            <a:ext cx="7717500" cy="74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lumni Sans Pinstripe"/>
              <a:buNone/>
              <a:defRPr sz="3600" b="1">
                <a:solidFill>
                  <a:schemeClr val="dk1"/>
                </a:solidFill>
                <a:latin typeface="Alumni Sans Pinstripe"/>
                <a:ea typeface="Alumni Sans Pinstripe"/>
                <a:cs typeface="Alumni Sans Pinstripe"/>
                <a:sym typeface="Alumni Sans Pinstrip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lumni Sans Pinstripe"/>
              <a:buNone/>
              <a:defRPr sz="3600" b="1">
                <a:solidFill>
                  <a:schemeClr val="dk1"/>
                </a:solidFill>
                <a:latin typeface="Alumni Sans Pinstripe"/>
                <a:ea typeface="Alumni Sans Pinstripe"/>
                <a:cs typeface="Alumni Sans Pinstripe"/>
                <a:sym typeface="Alumni Sans Pinstrip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lumni Sans Pinstripe"/>
              <a:buNone/>
              <a:defRPr sz="3600" b="1">
                <a:solidFill>
                  <a:schemeClr val="dk1"/>
                </a:solidFill>
                <a:latin typeface="Alumni Sans Pinstripe"/>
                <a:ea typeface="Alumni Sans Pinstripe"/>
                <a:cs typeface="Alumni Sans Pinstripe"/>
                <a:sym typeface="Alumni Sans Pinstrip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lumni Sans Pinstripe"/>
              <a:buNone/>
              <a:defRPr sz="3600" b="1">
                <a:solidFill>
                  <a:schemeClr val="dk1"/>
                </a:solidFill>
                <a:latin typeface="Alumni Sans Pinstripe"/>
                <a:ea typeface="Alumni Sans Pinstripe"/>
                <a:cs typeface="Alumni Sans Pinstripe"/>
                <a:sym typeface="Alumni Sans Pinstrip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lumni Sans Pinstripe"/>
              <a:buNone/>
              <a:defRPr sz="3600" b="1">
                <a:solidFill>
                  <a:schemeClr val="dk1"/>
                </a:solidFill>
                <a:latin typeface="Alumni Sans Pinstripe"/>
                <a:ea typeface="Alumni Sans Pinstripe"/>
                <a:cs typeface="Alumni Sans Pinstripe"/>
                <a:sym typeface="Alumni Sans Pinstrip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lumni Sans Pinstripe"/>
              <a:buNone/>
              <a:defRPr sz="3600" b="1">
                <a:solidFill>
                  <a:schemeClr val="dk1"/>
                </a:solidFill>
                <a:latin typeface="Alumni Sans Pinstripe"/>
                <a:ea typeface="Alumni Sans Pinstripe"/>
                <a:cs typeface="Alumni Sans Pinstripe"/>
                <a:sym typeface="Alumni Sans Pinstrip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lumni Sans Pinstripe"/>
              <a:buNone/>
              <a:defRPr sz="3600" b="1">
                <a:solidFill>
                  <a:schemeClr val="dk1"/>
                </a:solidFill>
                <a:latin typeface="Alumni Sans Pinstripe"/>
                <a:ea typeface="Alumni Sans Pinstripe"/>
                <a:cs typeface="Alumni Sans Pinstripe"/>
                <a:sym typeface="Alumni Sans Pinstrip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lumni Sans Pinstripe"/>
              <a:buNone/>
              <a:defRPr sz="3600" b="1">
                <a:solidFill>
                  <a:schemeClr val="dk1"/>
                </a:solidFill>
                <a:latin typeface="Alumni Sans Pinstripe"/>
                <a:ea typeface="Alumni Sans Pinstripe"/>
                <a:cs typeface="Alumni Sans Pinstripe"/>
                <a:sym typeface="Alumni Sans Pinstrip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lumni Sans Pinstripe"/>
              <a:buNone/>
              <a:defRPr sz="3600" b="1">
                <a:solidFill>
                  <a:schemeClr val="dk1"/>
                </a:solidFill>
                <a:latin typeface="Alumni Sans Pinstripe"/>
                <a:ea typeface="Alumni Sans Pinstripe"/>
                <a:cs typeface="Alumni Sans Pinstripe"/>
                <a:sym typeface="Alumni Sans Pinstrip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7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dvent Pro"/>
              <a:buChar char="●"/>
              <a:defRPr>
                <a:solidFill>
                  <a:schemeClr val="dk1"/>
                </a:solidFill>
                <a:latin typeface="Advent Pro"/>
                <a:ea typeface="Advent Pro"/>
                <a:cs typeface="Advent Pro"/>
                <a:sym typeface="Advent Pro"/>
              </a:defRPr>
            </a:lvl1pPr>
            <a:lvl2pPr marL="914400" lvl="1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dvent Pro"/>
              <a:buChar char="○"/>
              <a:defRPr>
                <a:solidFill>
                  <a:schemeClr val="dk1"/>
                </a:solidFill>
                <a:latin typeface="Advent Pro"/>
                <a:ea typeface="Advent Pro"/>
                <a:cs typeface="Advent Pro"/>
                <a:sym typeface="Advent Pro"/>
              </a:defRPr>
            </a:lvl2pPr>
            <a:lvl3pPr marL="1371600" lvl="2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dvent Pro"/>
              <a:buChar char="■"/>
              <a:defRPr>
                <a:solidFill>
                  <a:schemeClr val="dk1"/>
                </a:solidFill>
                <a:latin typeface="Advent Pro"/>
                <a:ea typeface="Advent Pro"/>
                <a:cs typeface="Advent Pro"/>
                <a:sym typeface="Advent Pro"/>
              </a:defRPr>
            </a:lvl3pPr>
            <a:lvl4pPr marL="1828800" lvl="3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dvent Pro"/>
              <a:buChar char="●"/>
              <a:defRPr>
                <a:solidFill>
                  <a:schemeClr val="dk1"/>
                </a:solidFill>
                <a:latin typeface="Advent Pro"/>
                <a:ea typeface="Advent Pro"/>
                <a:cs typeface="Advent Pro"/>
                <a:sym typeface="Advent Pro"/>
              </a:defRPr>
            </a:lvl4pPr>
            <a:lvl5pPr marL="2286000" lvl="4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dvent Pro"/>
              <a:buChar char="○"/>
              <a:defRPr>
                <a:solidFill>
                  <a:schemeClr val="dk1"/>
                </a:solidFill>
                <a:latin typeface="Advent Pro"/>
                <a:ea typeface="Advent Pro"/>
                <a:cs typeface="Advent Pro"/>
                <a:sym typeface="Advent Pro"/>
              </a:defRPr>
            </a:lvl5pPr>
            <a:lvl6pPr marL="2743200" lvl="5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dvent Pro"/>
              <a:buChar char="■"/>
              <a:defRPr>
                <a:solidFill>
                  <a:schemeClr val="dk1"/>
                </a:solidFill>
                <a:latin typeface="Advent Pro"/>
                <a:ea typeface="Advent Pro"/>
                <a:cs typeface="Advent Pro"/>
                <a:sym typeface="Advent Pro"/>
              </a:defRPr>
            </a:lvl6pPr>
            <a:lvl7pPr marL="3200400" lvl="6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dvent Pro"/>
              <a:buChar char="●"/>
              <a:defRPr>
                <a:solidFill>
                  <a:schemeClr val="dk1"/>
                </a:solidFill>
                <a:latin typeface="Advent Pro"/>
                <a:ea typeface="Advent Pro"/>
                <a:cs typeface="Advent Pro"/>
                <a:sym typeface="Advent Pro"/>
              </a:defRPr>
            </a:lvl7pPr>
            <a:lvl8pPr marL="3657600" lvl="7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dvent Pro"/>
              <a:buChar char="○"/>
              <a:defRPr>
                <a:solidFill>
                  <a:schemeClr val="dk1"/>
                </a:solidFill>
                <a:latin typeface="Advent Pro"/>
                <a:ea typeface="Advent Pro"/>
                <a:cs typeface="Advent Pro"/>
                <a:sym typeface="Advent Pro"/>
              </a:defRPr>
            </a:lvl8pPr>
            <a:lvl9pPr marL="4114800" lvl="8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dvent Pro"/>
              <a:buChar char="■"/>
              <a:defRPr>
                <a:solidFill>
                  <a:schemeClr val="dk1"/>
                </a:solidFill>
                <a:latin typeface="Advent Pro"/>
                <a:ea typeface="Advent Pro"/>
                <a:cs typeface="Advent Pro"/>
                <a:sym typeface="Advent Pr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8" r:id="rId1"/>
    <p:sldLayoutId id="2147483679" r:id="rId2"/>
    <p:sldLayoutId id="2147483680" r:id="rId3"/>
    <p:sldLayoutId id="2147483685" r:id="rId4"/>
  </p:sldLayoutIdLst>
  <p:transition spd="slow">
    <p:cover/>
  </p:transition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jpeg"/><Relationship Id="rId3" Type="http://schemas.openxmlformats.org/officeDocument/2006/relationships/image" Target="../media/image7.png"/><Relationship Id="rId7" Type="http://schemas.openxmlformats.org/officeDocument/2006/relationships/image" Target="../media/image1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0.jpe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6.png"/><Relationship Id="rId11" Type="http://schemas.openxmlformats.org/officeDocument/2006/relationships/image" Target="../media/image5.png"/><Relationship Id="rId5" Type="http://schemas.openxmlformats.org/officeDocument/2006/relationships/image" Target="../media/image15.png"/><Relationship Id="rId10" Type="http://schemas.openxmlformats.org/officeDocument/2006/relationships/image" Target="../media/image19.png"/><Relationship Id="rId4" Type="http://schemas.openxmlformats.org/officeDocument/2006/relationships/image" Target="../media/image14.png"/><Relationship Id="rId9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13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.png"/><Relationship Id="rId5" Type="http://schemas.openxmlformats.org/officeDocument/2006/relationships/image" Target="../media/image22.png"/><Relationship Id="rId4" Type="http://schemas.openxmlformats.org/officeDocument/2006/relationships/image" Target="../media/image9.png"/><Relationship Id="rId9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3.png"/><Relationship Id="rId5" Type="http://schemas.openxmlformats.org/officeDocument/2006/relationships/image" Target="../media/image18.png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5"/>
          <p:cNvSpPr/>
          <p:nvPr/>
        </p:nvSpPr>
        <p:spPr>
          <a:xfrm>
            <a:off x="152400" y="100528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CYBERSHIELD 2026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762000" y="366101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MINDS</a:t>
            </a:r>
            <a:endParaRPr lang="en-US" sz="5600" dirty="0"/>
          </a:p>
        </p:txBody>
      </p:sp>
      <p:sp>
        <p:nvSpPr>
          <p:cNvPr id="10" name="Text 7"/>
          <p:cNvSpPr/>
          <p:nvPr/>
        </p:nvSpPr>
        <p:spPr>
          <a:xfrm>
            <a:off x="798765" y="1440307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IN" sz="2400" b="1" i="1" dirty="0">
                <a:solidFill>
                  <a:schemeClr val="accent1">
                    <a:lumMod val="40000"/>
                    <a:lumOff val="60000"/>
                  </a:schemeClr>
                </a:solidFill>
                <a:latin typeface="Aparajita" panose="02020603050405020304" pitchFamily="18" charset="0"/>
                <a:cs typeface="Aparajita" panose="02020603050405020304" pitchFamily="18" charset="0"/>
              </a:rPr>
              <a:t>ECHO: Encrypted Communication Heuristic Observer - Behavioural Deanonymisation Framework </a:t>
            </a:r>
            <a:endParaRPr lang="en-US" sz="2200" b="1" i="1" dirty="0">
              <a:solidFill>
                <a:schemeClr val="accent1">
                  <a:lumMod val="40000"/>
                  <a:lumOff val="60000"/>
                </a:schemeClr>
              </a:solidFill>
              <a:latin typeface="Aparajita" panose="02020603050405020304" pitchFamily="18" charset="0"/>
              <a:cs typeface="Aparajita" panose="02020603050405020304" pitchFamily="18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1487235" y="2024714"/>
            <a:ext cx="6858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2E6EF"/>
                </a:solidFill>
                <a:latin typeface="Aparajita" panose="02020603050405020304" pitchFamily="18" charset="0"/>
                <a:ea typeface="Calibri" pitchFamily="34" charset="-122"/>
                <a:cs typeface="Aparajita" panose="02020603050405020304" pitchFamily="18" charset="0"/>
              </a:rPr>
              <a:t>Lawful · Non-intrusive · Metadata-only network forensics</a:t>
            </a:r>
            <a:endParaRPr lang="en-US" sz="1600" b="1" dirty="0">
              <a:latin typeface="Aparajita" panose="02020603050405020304" pitchFamily="18" charset="0"/>
              <a:cs typeface="Aparajita" panose="02020603050405020304" pitchFamily="18" charset="0"/>
            </a:endParaRPr>
          </a:p>
          <a:p>
            <a:pPr marL="0" indent="0" algn="ctr">
              <a:buNone/>
            </a:pPr>
            <a:r>
              <a:rPr lang="en-US" sz="1600" b="1" dirty="0">
                <a:solidFill>
                  <a:srgbClr val="E2E6EF"/>
                </a:solidFill>
                <a:latin typeface="Aparajita" panose="02020603050405020304" pitchFamily="18" charset="0"/>
                <a:ea typeface="Calibri" pitchFamily="34" charset="-122"/>
                <a:cs typeface="Aparajita" panose="02020603050405020304" pitchFamily="18" charset="0"/>
              </a:rPr>
              <a:t>No decryption · No payload access · Full investigator insight</a:t>
            </a:r>
            <a:endParaRPr lang="en-US" sz="1600" b="1" dirty="0">
              <a:latin typeface="Aparajita" panose="02020603050405020304" pitchFamily="18" charset="0"/>
              <a:cs typeface="Aparajita" panose="02020603050405020304" pitchFamily="18" charset="0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548640" y="425196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pic>
        <p:nvPicPr>
          <p:cNvPr id="51" name="Google Shape;3150;p38">
            <a:extLst>
              <a:ext uri="{FF2B5EF4-FFF2-40B4-BE49-F238E27FC236}">
                <a16:creationId xmlns:a16="http://schemas.microsoft.com/office/drawing/2014/main" id="{DC8D13B0-2E75-4F6C-D409-951C8654E4DB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95359" y="4356410"/>
            <a:ext cx="280603" cy="20489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2" name="Group 111">
            <a:extLst>
              <a:ext uri="{FF2B5EF4-FFF2-40B4-BE49-F238E27FC236}">
                <a16:creationId xmlns:a16="http://schemas.microsoft.com/office/drawing/2014/main" id="{F3B1DAF0-CF13-5799-CADF-6216FC28D652}"/>
              </a:ext>
            </a:extLst>
          </p:cNvPr>
          <p:cNvGrpSpPr/>
          <p:nvPr/>
        </p:nvGrpSpPr>
        <p:grpSpPr>
          <a:xfrm>
            <a:off x="6289287" y="2975767"/>
            <a:ext cx="2779492" cy="2246689"/>
            <a:chOff x="6905516" y="2381428"/>
            <a:chExt cx="2787168" cy="3185748"/>
          </a:xfrm>
        </p:grpSpPr>
        <p:sp>
          <p:nvSpPr>
            <p:cNvPr id="3" name="Shape 1"/>
            <p:cNvSpPr/>
            <p:nvPr/>
          </p:nvSpPr>
          <p:spPr>
            <a:xfrm>
              <a:off x="7244499" y="3220740"/>
              <a:ext cx="2404217" cy="2346436"/>
            </a:xfrm>
            <a:prstGeom prst="ellipse">
              <a:avLst/>
            </a:prstGeom>
            <a:solidFill>
              <a:srgbClr val="028090">
                <a:alpha val="15000"/>
              </a:srgbClr>
            </a:solidFill>
            <a:ln w="12700">
              <a:solidFill>
                <a:srgbClr val="00D4AA"/>
              </a:solidFill>
              <a:prstDash val="solid"/>
            </a:ln>
          </p:spPr>
          <p:txBody>
            <a:bodyPr/>
            <a:lstStyle/>
            <a:p>
              <a:endParaRPr lang="en-IN" dirty="0"/>
            </a:p>
          </p:txBody>
        </p:sp>
        <p:pic>
          <p:nvPicPr>
            <p:cNvPr id="48" name="Google Shape;3089;p38">
              <a:extLst>
                <a:ext uri="{FF2B5EF4-FFF2-40B4-BE49-F238E27FC236}">
                  <a16:creationId xmlns:a16="http://schemas.microsoft.com/office/drawing/2014/main" id="{8FF9236F-B8D2-10D4-316C-37D48A9A7257}"/>
                </a:ext>
              </a:extLst>
            </p:cNvPr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6905516" y="3108406"/>
              <a:ext cx="2298944" cy="17121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2" name="Google Shape;3151;p38">
              <a:extLst>
                <a:ext uri="{FF2B5EF4-FFF2-40B4-BE49-F238E27FC236}">
                  <a16:creationId xmlns:a16="http://schemas.microsoft.com/office/drawing/2014/main" id="{E8CD232B-43D2-024E-A23D-5C09F9047331}"/>
                </a:ext>
              </a:extLst>
            </p:cNvPr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7925426" y="2381428"/>
              <a:ext cx="1136874" cy="201253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3" name="Google Shape;3152;p38">
              <a:extLst>
                <a:ext uri="{FF2B5EF4-FFF2-40B4-BE49-F238E27FC236}">
                  <a16:creationId xmlns:a16="http://schemas.microsoft.com/office/drawing/2014/main" id="{89EEDD23-0E2E-0F21-9FC6-340DBBC7342B}"/>
                </a:ext>
              </a:extLst>
            </p:cNvPr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7295042" y="2990960"/>
              <a:ext cx="584123" cy="86156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4" name="Google Shape;3153;p38">
              <a:extLst>
                <a:ext uri="{FF2B5EF4-FFF2-40B4-BE49-F238E27FC236}">
                  <a16:creationId xmlns:a16="http://schemas.microsoft.com/office/drawing/2014/main" id="{AAAB7527-D85A-8F00-4F95-24BB70CF0A92}"/>
                </a:ext>
              </a:extLst>
            </p:cNvPr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7383634" y="3660435"/>
              <a:ext cx="1051912" cy="123162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5" name="Google Shape;3154;p38">
              <a:extLst>
                <a:ext uri="{FF2B5EF4-FFF2-40B4-BE49-F238E27FC236}">
                  <a16:creationId xmlns:a16="http://schemas.microsoft.com/office/drawing/2014/main" id="{D98A8CEC-98D4-BC46-8892-1B50FE5819B4}"/>
                </a:ext>
              </a:extLst>
            </p:cNvPr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9108561" y="3639353"/>
              <a:ext cx="584123" cy="826323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13" name="TextBox 112">
            <a:extLst>
              <a:ext uri="{FF2B5EF4-FFF2-40B4-BE49-F238E27FC236}">
                <a16:creationId xmlns:a16="http://schemas.microsoft.com/office/drawing/2014/main" id="{65372C28-37B3-53BC-D156-BF8771A3AEDC}"/>
              </a:ext>
            </a:extLst>
          </p:cNvPr>
          <p:cNvSpPr txBox="1"/>
          <p:nvPr/>
        </p:nvSpPr>
        <p:spPr>
          <a:xfrm>
            <a:off x="401444" y="3197221"/>
            <a:ext cx="5121046" cy="1569660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tx1"/>
                </a:solidFill>
                <a:latin typeface="Aparajita" panose="02020603050405020304" pitchFamily="18" charset="0"/>
                <a:cs typeface="Aparajita" panose="02020603050405020304" pitchFamily="18" charset="0"/>
              </a:rPr>
              <a:t>TRACK: </a:t>
            </a:r>
            <a:r>
              <a:rPr lang="en-US" sz="16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Aparajita" panose="02020603050405020304" pitchFamily="18" charset="0"/>
                <a:cs typeface="Aparajita" panose="02020603050405020304" pitchFamily="18" charset="0"/>
              </a:rPr>
              <a:t>03-B: AI-DRIVEN CYBER DEFENSE AND FORENSICS</a:t>
            </a:r>
          </a:p>
          <a:p>
            <a:r>
              <a:rPr lang="en-US" sz="1600" b="1" dirty="0">
                <a:solidFill>
                  <a:schemeClr val="tx1"/>
                </a:solidFill>
                <a:latin typeface="Aparajita" panose="02020603050405020304" pitchFamily="18" charset="0"/>
                <a:cs typeface="Aparajita" panose="02020603050405020304" pitchFamily="18" charset="0"/>
              </a:rPr>
              <a:t>PROBLEM STATEMENT: </a:t>
            </a:r>
            <a:r>
              <a:rPr lang="en-US" sz="16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Aparajita" panose="02020603050405020304" pitchFamily="18" charset="0"/>
                <a:cs typeface="Aparajita" panose="02020603050405020304" pitchFamily="18" charset="0"/>
              </a:rPr>
              <a:t>DEANONYMISE COMMUNICATION</a:t>
            </a:r>
          </a:p>
          <a:p>
            <a:r>
              <a:rPr lang="en-US" sz="1600" b="1" dirty="0">
                <a:solidFill>
                  <a:schemeClr val="tx1"/>
                </a:solidFill>
                <a:latin typeface="Aparajita" panose="02020603050405020304" pitchFamily="18" charset="0"/>
                <a:cs typeface="Aparajita" panose="02020603050405020304" pitchFamily="18" charset="0"/>
              </a:rPr>
              <a:t>TEAM MEMBERS:  </a:t>
            </a:r>
            <a:r>
              <a:rPr lang="en-US" sz="16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Aparajita" panose="02020603050405020304" pitchFamily="18" charset="0"/>
                <a:cs typeface="Aparajita" panose="02020603050405020304" pitchFamily="18" charset="0"/>
              </a:rPr>
              <a:t>1. RAM KARTHIK G</a:t>
            </a:r>
          </a:p>
          <a:p>
            <a:r>
              <a:rPr lang="en-US" sz="16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Aparajita" panose="02020603050405020304" pitchFamily="18" charset="0"/>
                <a:cs typeface="Aparajita" panose="02020603050405020304" pitchFamily="18" charset="0"/>
              </a:rPr>
              <a:t>                                    2. RITHIKKAA S J</a:t>
            </a:r>
          </a:p>
          <a:p>
            <a:r>
              <a:rPr lang="en-US" sz="16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Aparajita" panose="02020603050405020304" pitchFamily="18" charset="0"/>
                <a:cs typeface="Aparajita" panose="02020603050405020304" pitchFamily="18" charset="0"/>
              </a:rPr>
              <a:t>                                    3. SAMYUKTHAA G</a:t>
            </a:r>
          </a:p>
          <a:p>
            <a:r>
              <a:rPr lang="en-US" sz="16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Aparajita" panose="02020603050405020304" pitchFamily="18" charset="0"/>
                <a:cs typeface="Aparajita" panose="02020603050405020304" pitchFamily="18" charset="0"/>
              </a:rPr>
              <a:t>                                   4. TAMIZH SELVI L</a:t>
            </a:r>
            <a:endParaRPr lang="en-IN" sz="1600" b="1" dirty="0">
              <a:solidFill>
                <a:schemeClr val="accent1">
                  <a:lumMod val="60000"/>
                  <a:lumOff val="40000"/>
                </a:schemeClr>
              </a:solidFill>
              <a:latin typeface="Aparajita" panose="02020603050405020304" pitchFamily="18" charset="0"/>
              <a:cs typeface="Aparajita" panose="02020603050405020304" pitchFamily="18" charset="0"/>
            </a:endParaRPr>
          </a:p>
        </p:txBody>
      </p:sp>
    </p:spTree>
  </p:cSld>
  <p:clrMapOvr>
    <a:masterClrMapping/>
  </p:clrMapOvr>
  <p:transition spd="slow">
    <p:cover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0" y="32004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0" y="329184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parajita" panose="02020603050405020304" pitchFamily="18" charset="0"/>
                <a:ea typeface="Calibri" pitchFamily="34" charset="-122"/>
                <a:cs typeface="Aparajita" panose="02020603050405020304" pitchFamily="18" charset="0"/>
              </a:rPr>
              <a:t>The Challenge</a:t>
            </a:r>
            <a:endParaRPr lang="en-US" sz="3200" dirty="0">
              <a:latin typeface="Aparajita" panose="02020603050405020304" pitchFamily="18" charset="0"/>
              <a:cs typeface="Aparajita" panose="020206030504050203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349405" y="1234440"/>
            <a:ext cx="4222595" cy="1051560"/>
          </a:xfrm>
          <a:prstGeom prst="rect">
            <a:avLst/>
          </a:prstGeom>
          <a:solidFill>
            <a:srgbClr val="141E2E"/>
          </a:solidFill>
          <a:ln w="12700">
            <a:solidFill>
              <a:srgbClr val="1E305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32588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94360" y="160020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Encrypted comms hide identity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" y="1856232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E2E-encrypted apps conceal user identity, message content &amp; routing — making traditional forensics ineffective.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43160" y="2404872"/>
            <a:ext cx="4114800" cy="1051560"/>
          </a:xfrm>
          <a:prstGeom prst="rect">
            <a:avLst/>
          </a:prstGeom>
          <a:solidFill>
            <a:srgbClr val="141E2E"/>
          </a:solidFill>
          <a:ln w="12700">
            <a:solidFill>
              <a:srgbClr val="1E305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25603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94360" y="283464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payload access possible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94360" y="3090672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Conventional device forensics fails to establish communication linkage or network attribution.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43160" y="3703320"/>
            <a:ext cx="4228840" cy="1051560"/>
          </a:xfrm>
          <a:prstGeom prst="rect">
            <a:avLst/>
          </a:prstGeom>
          <a:solidFill>
            <a:srgbClr val="141E2E"/>
          </a:solidFill>
          <a:ln w="12700">
            <a:solidFill>
              <a:srgbClr val="1E305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94360" y="37947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594360" y="406908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Investigators lack metadata tools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94360" y="4325112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unified tool exists to capture, correlate &amp; visualize network-level metadata lawfully.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648043" y="77724"/>
            <a:ext cx="1786797" cy="973836"/>
          </a:xfrm>
          <a:prstGeom prst="rect">
            <a:avLst/>
          </a:prstGeom>
          <a:solidFill>
            <a:srgbClr val="0A1628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2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59491" y="331768"/>
            <a:ext cx="371494" cy="423407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3242434" y="162405"/>
            <a:ext cx="1114483" cy="4657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2000" dirty="0"/>
          </a:p>
        </p:txBody>
      </p:sp>
      <p:sp>
        <p:nvSpPr>
          <p:cNvPr id="23" name="Text 20"/>
          <p:cNvSpPr/>
          <p:nvPr/>
        </p:nvSpPr>
        <p:spPr>
          <a:xfrm>
            <a:off x="3169946" y="512064"/>
            <a:ext cx="12259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E2E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is encrypted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E2E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modern comms apps</a:t>
            </a:r>
            <a:endParaRPr lang="en-US" sz="800" dirty="0"/>
          </a:p>
        </p:txBody>
      </p:sp>
      <p:sp>
        <p:nvSpPr>
          <p:cNvPr id="24" name="Shape 21"/>
          <p:cNvSpPr/>
          <p:nvPr/>
        </p:nvSpPr>
        <p:spPr>
          <a:xfrm>
            <a:off x="4806334" y="114300"/>
            <a:ext cx="1786797" cy="937260"/>
          </a:xfrm>
          <a:prstGeom prst="rect">
            <a:avLst/>
          </a:prstGeom>
          <a:solidFill>
            <a:srgbClr val="0A1628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25" name="Image 1" descr="preencoded.png"/>
          <p:cNvPicPr>
            <a:picLocks noChangeAspect="1"/>
          </p:cNvPicPr>
          <p:nvPr/>
        </p:nvPicPr>
        <p:blipFill>
          <a:blip r:embed="rId4">
            <a:biLevel thresh="25000"/>
          </a:blip>
          <a:stretch>
            <a:fillRect/>
          </a:stretch>
        </p:blipFill>
        <p:spPr>
          <a:xfrm>
            <a:off x="4917782" y="358803"/>
            <a:ext cx="371494" cy="407504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5437973" y="128811"/>
            <a:ext cx="1114483" cy="44825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</a:t>
            </a:r>
            <a:endParaRPr lang="en-US" sz="2000" dirty="0"/>
          </a:p>
        </p:txBody>
      </p:sp>
      <p:sp>
        <p:nvSpPr>
          <p:cNvPr id="27" name="Text 23"/>
          <p:cNvSpPr/>
          <p:nvPr/>
        </p:nvSpPr>
        <p:spPr>
          <a:xfrm>
            <a:off x="5450685" y="502324"/>
            <a:ext cx="1064523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E2E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decryption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E2E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or expected</a:t>
            </a:r>
            <a:endParaRPr lang="en-US" sz="800" dirty="0"/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B20B2751-8A93-C6A7-6548-3637E29F580C}"/>
              </a:ext>
            </a:extLst>
          </p:cNvPr>
          <p:cNvGrpSpPr/>
          <p:nvPr/>
        </p:nvGrpSpPr>
        <p:grpSpPr>
          <a:xfrm>
            <a:off x="6863204" y="100584"/>
            <a:ext cx="1786797" cy="937260"/>
            <a:chOff x="4937760" y="3703320"/>
            <a:chExt cx="2103120" cy="1051560"/>
          </a:xfrm>
        </p:grpSpPr>
        <p:sp>
          <p:nvSpPr>
            <p:cNvPr id="28" name="Shape 24"/>
            <p:cNvSpPr/>
            <p:nvPr/>
          </p:nvSpPr>
          <p:spPr>
            <a:xfrm>
              <a:off x="4937760" y="3703320"/>
              <a:ext cx="2042903" cy="1051560"/>
            </a:xfrm>
            <a:prstGeom prst="rect">
              <a:avLst/>
            </a:prstGeom>
            <a:solidFill>
              <a:srgbClr val="0A1628"/>
            </a:solidFill>
            <a:ln w="12700">
              <a:solidFill>
                <a:srgbClr val="028090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30000"/>
                </a:srgbClr>
              </a:outerShdw>
            </a:effectLst>
          </p:spPr>
        </p:sp>
        <p:pic>
          <p:nvPicPr>
            <p:cNvPr id="29" name="Image 2" descr="preencoded.png"/>
            <p:cNvPicPr>
              <a:picLocks noChangeAspect="1"/>
            </p:cNvPicPr>
            <p:nvPr/>
          </p:nvPicPr>
          <p:blipFill>
            <a:blip r:embed="rId5">
              <a:biLevel thresh="25000"/>
            </a:blip>
            <a:stretch>
              <a:fillRect/>
            </a:stretch>
          </p:blipFill>
          <p:spPr>
            <a:xfrm>
              <a:off x="5212081" y="3957791"/>
              <a:ext cx="457200" cy="457200"/>
            </a:xfrm>
            <a:prstGeom prst="rect">
              <a:avLst/>
            </a:prstGeom>
          </p:spPr>
        </p:pic>
        <p:sp>
          <p:nvSpPr>
            <p:cNvPr id="30" name="Text 25"/>
            <p:cNvSpPr/>
            <p:nvPr/>
          </p:nvSpPr>
          <p:spPr>
            <a:xfrm>
              <a:off x="5669280" y="3794760"/>
              <a:ext cx="1371600" cy="5029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3200" b="1" dirty="0">
                  <a:solidFill>
                    <a:srgbClr val="00D4A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∞</a:t>
              </a:r>
              <a:endParaRPr lang="en-US" sz="3200" dirty="0"/>
            </a:p>
          </p:txBody>
        </p:sp>
      </p:grpSp>
      <p:sp>
        <p:nvSpPr>
          <p:cNvPr id="31" name="Text 26"/>
          <p:cNvSpPr/>
          <p:nvPr/>
        </p:nvSpPr>
        <p:spPr>
          <a:xfrm>
            <a:off x="6676617" y="538303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E2E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 signals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E2E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to analyse</a:t>
            </a:r>
            <a:endParaRPr lang="en-US" sz="8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A6173E5-1F6C-8FCA-2AFF-70285C56A4BD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52175"/>
          <a:stretch>
            <a:fillRect/>
          </a:stretch>
        </p:blipFill>
        <p:spPr>
          <a:xfrm>
            <a:off x="4895669" y="1270022"/>
            <a:ext cx="3703172" cy="832524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DA744C8C-0668-6C98-3F59-8964E34713A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95669" y="3575283"/>
            <a:ext cx="3703172" cy="1307634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3CA299C2-C472-F210-A3DF-4DEAC63817B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95670" y="2236674"/>
            <a:ext cx="3703172" cy="1198414"/>
          </a:xfrm>
          <a:prstGeom prst="rect">
            <a:avLst/>
          </a:prstGeom>
        </p:spPr>
      </p:pic>
    </p:spTree>
  </p:cSld>
  <p:clrMapOvr>
    <a:masterClrMapping/>
  </p:clrMapOvr>
  <p:transition spd="slow">
    <p:cover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0" y="5055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56032" y="402001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Aparajita" panose="02020603050405020304" pitchFamily="18" charset="0"/>
                <a:ea typeface="Calibri" pitchFamily="34" charset="-122"/>
                <a:cs typeface="Aparajita" panose="02020603050405020304" pitchFamily="18" charset="0"/>
              </a:rPr>
              <a:t>NetMeta — What It Does</a:t>
            </a:r>
            <a:endParaRPr lang="en-US" sz="3200" dirty="0">
              <a:latin typeface="Aparajita" panose="02020603050405020304" pitchFamily="18" charset="0"/>
              <a:cs typeface="Aparajita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365760" y="9829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8892A4"/>
                </a:solidFill>
                <a:latin typeface="Aparajita" panose="02020603050405020304" pitchFamily="18" charset="0"/>
                <a:ea typeface="Calibri" pitchFamily="34" charset="-122"/>
                <a:cs typeface="Aparajita" panose="02020603050405020304" pitchFamily="18" charset="0"/>
              </a:rPr>
              <a:t>A lawful, non-intrusive forensic tool that analyses network-level metadata</a:t>
            </a:r>
            <a:endParaRPr lang="en-US" sz="1600" b="1" dirty="0">
              <a:latin typeface="Aparajita" panose="02020603050405020304" pitchFamily="18" charset="0"/>
              <a:cs typeface="Aparajita" panose="02020603050405020304" pitchFamily="18" charset="0"/>
            </a:endParaRPr>
          </a:p>
          <a:p>
            <a:pPr marL="0" indent="0" algn="ctr">
              <a:buNone/>
            </a:pPr>
            <a:r>
              <a:rPr lang="en-US" sz="1600" b="1" dirty="0">
                <a:solidFill>
                  <a:srgbClr val="8892A4"/>
                </a:solidFill>
                <a:latin typeface="Aparajita" panose="02020603050405020304" pitchFamily="18" charset="0"/>
                <a:ea typeface="Calibri" pitchFamily="34" charset="-122"/>
                <a:cs typeface="Aparajita" panose="02020603050405020304" pitchFamily="18" charset="0"/>
              </a:rPr>
              <a:t>to identify and characterise the remote communicating party (Party B).</a:t>
            </a:r>
            <a:endParaRPr lang="en-US" sz="1600" b="1" dirty="0">
              <a:latin typeface="Aparajita" panose="02020603050405020304" pitchFamily="18" charset="0"/>
              <a:cs typeface="Aparajita" panose="02020603050405020304" pitchFamily="18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365760" y="1691640"/>
            <a:ext cx="2560320" cy="1280160"/>
          </a:xfrm>
          <a:prstGeom prst="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</p:sp>
      <p:sp>
        <p:nvSpPr>
          <p:cNvPr id="7" name="Shape 5"/>
          <p:cNvSpPr/>
          <p:nvPr/>
        </p:nvSpPr>
        <p:spPr>
          <a:xfrm>
            <a:off x="365760" y="1691640"/>
            <a:ext cx="2560320" cy="54864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1856232"/>
            <a:ext cx="384048" cy="38404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60120" y="1856232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Packet Capture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75488" y="2286000"/>
            <a:ext cx="234086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interface or PCAP file. TCP/UDP metadata extraction only — zero payload access.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3200400" y="1691640"/>
            <a:ext cx="2560320" cy="1280160"/>
          </a:xfrm>
          <a:prstGeom prst="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</p:sp>
      <p:sp>
        <p:nvSpPr>
          <p:cNvPr id="12" name="Shape 9"/>
          <p:cNvSpPr/>
          <p:nvPr/>
        </p:nvSpPr>
        <p:spPr>
          <a:xfrm>
            <a:off x="3200400" y="1691640"/>
            <a:ext cx="2560320" cy="54864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10128" y="1856232"/>
            <a:ext cx="384048" cy="38404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794760" y="1856232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TLS Fingerprinting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3310128" y="2286000"/>
            <a:ext cx="234086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JA3 hash + SNI from ClientHello. Identifies app/client without decrypting traffic.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6035040" y="1691640"/>
            <a:ext cx="2560320" cy="1280160"/>
          </a:xfrm>
          <a:prstGeom prst="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</p:sp>
      <p:sp>
        <p:nvSpPr>
          <p:cNvPr id="17" name="Shape 13"/>
          <p:cNvSpPr/>
          <p:nvPr/>
        </p:nvSpPr>
        <p:spPr>
          <a:xfrm>
            <a:off x="6035040" y="1691640"/>
            <a:ext cx="2560320" cy="54864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44768" y="1856232"/>
            <a:ext cx="384048" cy="38404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629400" y="1856232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Timing Analysis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6144768" y="2286000"/>
            <a:ext cx="234086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IAT stats, burst windows, session segmentation. Messaging apps leave timing signatures.</a:t>
            </a:r>
            <a:endParaRPr lang="en-US" sz="950" dirty="0"/>
          </a:p>
        </p:txBody>
      </p:sp>
      <p:sp>
        <p:nvSpPr>
          <p:cNvPr id="21" name="Shape 16"/>
          <p:cNvSpPr/>
          <p:nvPr/>
        </p:nvSpPr>
        <p:spPr>
          <a:xfrm>
            <a:off x="365760" y="3154680"/>
            <a:ext cx="2560320" cy="1280160"/>
          </a:xfrm>
          <a:prstGeom prst="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</p:sp>
      <p:sp>
        <p:nvSpPr>
          <p:cNvPr id="22" name="Shape 17"/>
          <p:cNvSpPr/>
          <p:nvPr/>
        </p:nvSpPr>
        <p:spPr>
          <a:xfrm>
            <a:off x="365760" y="3154680"/>
            <a:ext cx="2560320" cy="54864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5488" y="3319272"/>
            <a:ext cx="384048" cy="384048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960120" y="3319272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Profiling</a:t>
            </a:r>
            <a:endParaRPr lang="en-US" sz="1200" dirty="0"/>
          </a:p>
        </p:txBody>
      </p:sp>
      <p:sp>
        <p:nvSpPr>
          <p:cNvPr id="25" name="Text 19"/>
          <p:cNvSpPr/>
          <p:nvPr/>
        </p:nvSpPr>
        <p:spPr>
          <a:xfrm>
            <a:off x="475488" y="3749040"/>
            <a:ext cx="234086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GeoIP, ASN, WHOIS enrichment. Heuristic risk scoring from ports &amp; DNS patterns.</a:t>
            </a:r>
            <a:endParaRPr lang="en-US" sz="950" dirty="0"/>
          </a:p>
        </p:txBody>
      </p:sp>
      <p:sp>
        <p:nvSpPr>
          <p:cNvPr id="26" name="Shape 20"/>
          <p:cNvSpPr/>
          <p:nvPr/>
        </p:nvSpPr>
        <p:spPr>
          <a:xfrm>
            <a:off x="3200400" y="3154680"/>
            <a:ext cx="2560320" cy="1280160"/>
          </a:xfrm>
          <a:prstGeom prst="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</p:sp>
      <p:sp>
        <p:nvSpPr>
          <p:cNvPr id="27" name="Shape 21"/>
          <p:cNvSpPr/>
          <p:nvPr/>
        </p:nvSpPr>
        <p:spPr>
          <a:xfrm>
            <a:off x="3200400" y="3154680"/>
            <a:ext cx="2560320" cy="54864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10128" y="3319272"/>
            <a:ext cx="384048" cy="384048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3794760" y="3319272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Party B Correlation</a:t>
            </a:r>
            <a:endParaRPr lang="en-US" sz="1200" dirty="0"/>
          </a:p>
        </p:txBody>
      </p:sp>
      <p:sp>
        <p:nvSpPr>
          <p:cNvPr id="30" name="Text 23"/>
          <p:cNvSpPr/>
          <p:nvPr/>
        </p:nvSpPr>
        <p:spPr>
          <a:xfrm>
            <a:off x="3310128" y="3749040"/>
            <a:ext cx="234086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Multi-signal ranking of probable communicating endpoints. Evidence-backed confidence score.</a:t>
            </a:r>
            <a:endParaRPr lang="en-US" sz="950" dirty="0"/>
          </a:p>
        </p:txBody>
      </p:sp>
      <p:sp>
        <p:nvSpPr>
          <p:cNvPr id="31" name="Shape 24"/>
          <p:cNvSpPr/>
          <p:nvPr/>
        </p:nvSpPr>
        <p:spPr>
          <a:xfrm>
            <a:off x="6035040" y="3154680"/>
            <a:ext cx="2560320" cy="1280160"/>
          </a:xfrm>
          <a:prstGeom prst="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</p:sp>
      <p:sp>
        <p:nvSpPr>
          <p:cNvPr id="32" name="Shape 25"/>
          <p:cNvSpPr/>
          <p:nvPr/>
        </p:nvSpPr>
        <p:spPr>
          <a:xfrm>
            <a:off x="6035040" y="3154680"/>
            <a:ext cx="2560320" cy="54864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pic>
        <p:nvPicPr>
          <p:cNvPr id="33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44768" y="3319272"/>
            <a:ext cx="384048" cy="384048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6629400" y="331927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Dashboard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35" name="Text 27"/>
          <p:cNvSpPr/>
          <p:nvPr/>
        </p:nvSpPr>
        <p:spPr>
          <a:xfrm>
            <a:off x="6144768" y="3749040"/>
            <a:ext cx="235915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investigator UI. Charts, Party B ranking, flow table, DNS log, TLS groups.</a:t>
            </a:r>
            <a:endParaRPr lang="en-US" sz="950" dirty="0"/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E8341DC6-601A-2AB1-C59A-5338A5DFE7C7}"/>
              </a:ext>
            </a:extLst>
          </p:cNvPr>
          <p:cNvGrpSpPr/>
          <p:nvPr/>
        </p:nvGrpSpPr>
        <p:grpSpPr>
          <a:xfrm>
            <a:off x="7439137" y="128276"/>
            <a:ext cx="1580925" cy="1280160"/>
            <a:chOff x="4808150" y="680500"/>
            <a:chExt cx="4033075" cy="4069602"/>
          </a:xfrm>
        </p:grpSpPr>
        <p:grpSp>
          <p:nvGrpSpPr>
            <p:cNvPr id="37" name="Google Shape;4157;p55">
              <a:extLst>
                <a:ext uri="{FF2B5EF4-FFF2-40B4-BE49-F238E27FC236}">
                  <a16:creationId xmlns:a16="http://schemas.microsoft.com/office/drawing/2014/main" id="{D5E97C31-C8CD-D603-347A-70D18129F603}"/>
                </a:ext>
              </a:extLst>
            </p:cNvPr>
            <p:cNvGrpSpPr/>
            <p:nvPr/>
          </p:nvGrpSpPr>
          <p:grpSpPr>
            <a:xfrm>
              <a:off x="5221371" y="4023580"/>
              <a:ext cx="2227588" cy="726522"/>
              <a:chOff x="5608450" y="1680311"/>
              <a:chExt cx="1039375" cy="338989"/>
            </a:xfrm>
          </p:grpSpPr>
          <p:sp>
            <p:nvSpPr>
              <p:cNvPr id="43" name="Google Shape;4158;p55">
                <a:extLst>
                  <a:ext uri="{FF2B5EF4-FFF2-40B4-BE49-F238E27FC236}">
                    <a16:creationId xmlns:a16="http://schemas.microsoft.com/office/drawing/2014/main" id="{0EAC2568-1B6D-1C28-6A76-438B4E4DFDDE}"/>
                  </a:ext>
                </a:extLst>
              </p:cNvPr>
              <p:cNvSpPr/>
              <p:nvPr/>
            </p:nvSpPr>
            <p:spPr>
              <a:xfrm>
                <a:off x="6499882" y="1680311"/>
                <a:ext cx="58800" cy="588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" name="Google Shape;4159;p55">
                <a:extLst>
                  <a:ext uri="{FF2B5EF4-FFF2-40B4-BE49-F238E27FC236}">
                    <a16:creationId xmlns:a16="http://schemas.microsoft.com/office/drawing/2014/main" id="{1412E63B-EA7B-A04B-ACE5-EE70EB1FC3BC}"/>
                  </a:ext>
                </a:extLst>
              </p:cNvPr>
              <p:cNvSpPr/>
              <p:nvPr/>
            </p:nvSpPr>
            <p:spPr>
              <a:xfrm>
                <a:off x="6499882" y="1867104"/>
                <a:ext cx="58800" cy="588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" name="Google Shape;4160;p55">
                <a:extLst>
                  <a:ext uri="{FF2B5EF4-FFF2-40B4-BE49-F238E27FC236}">
                    <a16:creationId xmlns:a16="http://schemas.microsoft.com/office/drawing/2014/main" id="{D0C1463D-F377-F43C-37A8-4B5BDFEDB8CB}"/>
                  </a:ext>
                </a:extLst>
              </p:cNvPr>
              <p:cNvSpPr/>
              <p:nvPr/>
            </p:nvSpPr>
            <p:spPr>
              <a:xfrm>
                <a:off x="6499882" y="1960500"/>
                <a:ext cx="58800" cy="588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" name="Google Shape;4161;p55">
                <a:extLst>
                  <a:ext uri="{FF2B5EF4-FFF2-40B4-BE49-F238E27FC236}">
                    <a16:creationId xmlns:a16="http://schemas.microsoft.com/office/drawing/2014/main" id="{6B5527B3-CE44-A239-DAC1-01F785825E0C}"/>
                  </a:ext>
                </a:extLst>
              </p:cNvPr>
              <p:cNvSpPr/>
              <p:nvPr/>
            </p:nvSpPr>
            <p:spPr>
              <a:xfrm>
                <a:off x="6589025" y="1680311"/>
                <a:ext cx="58800" cy="588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" name="Google Shape;4162;p55">
                <a:extLst>
                  <a:ext uri="{FF2B5EF4-FFF2-40B4-BE49-F238E27FC236}">
                    <a16:creationId xmlns:a16="http://schemas.microsoft.com/office/drawing/2014/main" id="{8C0F6237-AF59-500A-3B24-3703B0A94286}"/>
                  </a:ext>
                </a:extLst>
              </p:cNvPr>
              <p:cNvSpPr/>
              <p:nvPr/>
            </p:nvSpPr>
            <p:spPr>
              <a:xfrm>
                <a:off x="6589025" y="1867104"/>
                <a:ext cx="58800" cy="588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" name="Google Shape;4163;p55">
                <a:extLst>
                  <a:ext uri="{FF2B5EF4-FFF2-40B4-BE49-F238E27FC236}">
                    <a16:creationId xmlns:a16="http://schemas.microsoft.com/office/drawing/2014/main" id="{462265DE-2F6C-6938-90D7-235671FD6672}"/>
                  </a:ext>
                </a:extLst>
              </p:cNvPr>
              <p:cNvSpPr/>
              <p:nvPr/>
            </p:nvSpPr>
            <p:spPr>
              <a:xfrm>
                <a:off x="6410738" y="1773707"/>
                <a:ext cx="58800" cy="588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" name="Google Shape;4164;p55">
                <a:extLst>
                  <a:ext uri="{FF2B5EF4-FFF2-40B4-BE49-F238E27FC236}">
                    <a16:creationId xmlns:a16="http://schemas.microsoft.com/office/drawing/2014/main" id="{7F7D5ED1-5AAB-8D1A-B3DB-D271FBC6C555}"/>
                  </a:ext>
                </a:extLst>
              </p:cNvPr>
              <p:cNvSpPr/>
              <p:nvPr/>
            </p:nvSpPr>
            <p:spPr>
              <a:xfrm>
                <a:off x="6410738" y="1867104"/>
                <a:ext cx="58800" cy="588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" name="Google Shape;4165;p55">
                <a:extLst>
                  <a:ext uri="{FF2B5EF4-FFF2-40B4-BE49-F238E27FC236}">
                    <a16:creationId xmlns:a16="http://schemas.microsoft.com/office/drawing/2014/main" id="{F3396402-B928-6BC0-FBF6-81A77A81F8CE}"/>
                  </a:ext>
                </a:extLst>
              </p:cNvPr>
              <p:cNvSpPr/>
              <p:nvPr/>
            </p:nvSpPr>
            <p:spPr>
              <a:xfrm>
                <a:off x="6410738" y="1960500"/>
                <a:ext cx="58800" cy="588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" name="Google Shape;4166;p55">
                <a:extLst>
                  <a:ext uri="{FF2B5EF4-FFF2-40B4-BE49-F238E27FC236}">
                    <a16:creationId xmlns:a16="http://schemas.microsoft.com/office/drawing/2014/main" id="{1D1CE448-5B36-CD1F-2333-7C32C02E0E65}"/>
                  </a:ext>
                </a:extLst>
              </p:cNvPr>
              <p:cNvSpPr/>
              <p:nvPr/>
            </p:nvSpPr>
            <p:spPr>
              <a:xfrm>
                <a:off x="6232452" y="1773707"/>
                <a:ext cx="58800" cy="588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" name="Google Shape;4167;p55">
                <a:extLst>
                  <a:ext uri="{FF2B5EF4-FFF2-40B4-BE49-F238E27FC236}">
                    <a16:creationId xmlns:a16="http://schemas.microsoft.com/office/drawing/2014/main" id="{C1163622-7B1A-6F9A-BCFC-340E8C3582F8}"/>
                  </a:ext>
                </a:extLst>
              </p:cNvPr>
              <p:cNvSpPr/>
              <p:nvPr/>
            </p:nvSpPr>
            <p:spPr>
              <a:xfrm>
                <a:off x="6232452" y="1867104"/>
                <a:ext cx="58800" cy="588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" name="Google Shape;4168;p55">
                <a:extLst>
                  <a:ext uri="{FF2B5EF4-FFF2-40B4-BE49-F238E27FC236}">
                    <a16:creationId xmlns:a16="http://schemas.microsoft.com/office/drawing/2014/main" id="{CE4AB6E1-30B2-389E-057B-614A2ECDCB7D}"/>
                  </a:ext>
                </a:extLst>
              </p:cNvPr>
              <p:cNvSpPr/>
              <p:nvPr/>
            </p:nvSpPr>
            <p:spPr>
              <a:xfrm>
                <a:off x="6321595" y="1773707"/>
                <a:ext cx="58800" cy="588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" name="Google Shape;4169;p55">
                <a:extLst>
                  <a:ext uri="{FF2B5EF4-FFF2-40B4-BE49-F238E27FC236}">
                    <a16:creationId xmlns:a16="http://schemas.microsoft.com/office/drawing/2014/main" id="{0DA191BD-EB93-ED6E-98B5-1D62E5F0DD76}"/>
                  </a:ext>
                </a:extLst>
              </p:cNvPr>
              <p:cNvSpPr/>
              <p:nvPr/>
            </p:nvSpPr>
            <p:spPr>
              <a:xfrm>
                <a:off x="6321595" y="1867104"/>
                <a:ext cx="58800" cy="588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" name="Google Shape;4170;p55">
                <a:extLst>
                  <a:ext uri="{FF2B5EF4-FFF2-40B4-BE49-F238E27FC236}">
                    <a16:creationId xmlns:a16="http://schemas.microsoft.com/office/drawing/2014/main" id="{AC6594B6-15AB-08CF-C2A4-C29156AFF844}"/>
                  </a:ext>
                </a:extLst>
              </p:cNvPr>
              <p:cNvSpPr/>
              <p:nvPr/>
            </p:nvSpPr>
            <p:spPr>
              <a:xfrm>
                <a:off x="6321595" y="1960500"/>
                <a:ext cx="58800" cy="588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" name="Google Shape;4171;p55">
                <a:extLst>
                  <a:ext uri="{FF2B5EF4-FFF2-40B4-BE49-F238E27FC236}">
                    <a16:creationId xmlns:a16="http://schemas.microsoft.com/office/drawing/2014/main" id="{12576C7D-A777-1D33-007E-A18B3F4FD691}"/>
                  </a:ext>
                </a:extLst>
              </p:cNvPr>
              <p:cNvSpPr/>
              <p:nvPr/>
            </p:nvSpPr>
            <p:spPr>
              <a:xfrm>
                <a:off x="6143309" y="1680311"/>
                <a:ext cx="58800" cy="588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" name="Google Shape;4172;p55">
                <a:extLst>
                  <a:ext uri="{FF2B5EF4-FFF2-40B4-BE49-F238E27FC236}">
                    <a16:creationId xmlns:a16="http://schemas.microsoft.com/office/drawing/2014/main" id="{EF62F1C5-2B0E-52E5-F04F-9DB503C4A4E9}"/>
                  </a:ext>
                </a:extLst>
              </p:cNvPr>
              <p:cNvSpPr/>
              <p:nvPr/>
            </p:nvSpPr>
            <p:spPr>
              <a:xfrm>
                <a:off x="6143309" y="1773707"/>
                <a:ext cx="58800" cy="588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" name="Google Shape;4173;p55">
                <a:extLst>
                  <a:ext uri="{FF2B5EF4-FFF2-40B4-BE49-F238E27FC236}">
                    <a16:creationId xmlns:a16="http://schemas.microsoft.com/office/drawing/2014/main" id="{39F999D7-66E1-D32A-A4A7-39D7018A9610}"/>
                  </a:ext>
                </a:extLst>
              </p:cNvPr>
              <p:cNvSpPr/>
              <p:nvPr/>
            </p:nvSpPr>
            <p:spPr>
              <a:xfrm>
                <a:off x="6143309" y="1867104"/>
                <a:ext cx="58800" cy="588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" name="Google Shape;4174;p55">
                <a:extLst>
                  <a:ext uri="{FF2B5EF4-FFF2-40B4-BE49-F238E27FC236}">
                    <a16:creationId xmlns:a16="http://schemas.microsoft.com/office/drawing/2014/main" id="{15DDA36A-CBAA-1E54-36BF-953089C40B1F}"/>
                  </a:ext>
                </a:extLst>
              </p:cNvPr>
              <p:cNvSpPr/>
              <p:nvPr/>
            </p:nvSpPr>
            <p:spPr>
              <a:xfrm>
                <a:off x="6143309" y="1960500"/>
                <a:ext cx="58800" cy="588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" name="Google Shape;4175;p55">
                <a:extLst>
                  <a:ext uri="{FF2B5EF4-FFF2-40B4-BE49-F238E27FC236}">
                    <a16:creationId xmlns:a16="http://schemas.microsoft.com/office/drawing/2014/main" id="{61751988-B0A7-18BD-9A49-CBFC495A094C}"/>
                  </a:ext>
                </a:extLst>
              </p:cNvPr>
              <p:cNvSpPr/>
              <p:nvPr/>
            </p:nvSpPr>
            <p:spPr>
              <a:xfrm>
                <a:off x="5965022" y="1680311"/>
                <a:ext cx="58800" cy="588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" name="Google Shape;4176;p55">
                <a:extLst>
                  <a:ext uri="{FF2B5EF4-FFF2-40B4-BE49-F238E27FC236}">
                    <a16:creationId xmlns:a16="http://schemas.microsoft.com/office/drawing/2014/main" id="{E41C9ADF-C257-D2BD-3983-C4BEE0819115}"/>
                  </a:ext>
                </a:extLst>
              </p:cNvPr>
              <p:cNvSpPr/>
              <p:nvPr/>
            </p:nvSpPr>
            <p:spPr>
              <a:xfrm>
                <a:off x="5965022" y="1773707"/>
                <a:ext cx="58800" cy="588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" name="Google Shape;4177;p55">
                <a:extLst>
                  <a:ext uri="{FF2B5EF4-FFF2-40B4-BE49-F238E27FC236}">
                    <a16:creationId xmlns:a16="http://schemas.microsoft.com/office/drawing/2014/main" id="{6874D1D0-AB8F-09E9-2E56-52D04D660DD0}"/>
                  </a:ext>
                </a:extLst>
              </p:cNvPr>
              <p:cNvSpPr/>
              <p:nvPr/>
            </p:nvSpPr>
            <p:spPr>
              <a:xfrm>
                <a:off x="5965022" y="1867104"/>
                <a:ext cx="58800" cy="588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" name="Google Shape;4178;p55">
                <a:extLst>
                  <a:ext uri="{FF2B5EF4-FFF2-40B4-BE49-F238E27FC236}">
                    <a16:creationId xmlns:a16="http://schemas.microsoft.com/office/drawing/2014/main" id="{3D8E83FB-00B0-B460-73C7-6CE3EF8B7DDB}"/>
                  </a:ext>
                </a:extLst>
              </p:cNvPr>
              <p:cNvSpPr/>
              <p:nvPr/>
            </p:nvSpPr>
            <p:spPr>
              <a:xfrm>
                <a:off x="5965022" y="1960500"/>
                <a:ext cx="58800" cy="588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" name="Google Shape;4179;p55">
                <a:extLst>
                  <a:ext uri="{FF2B5EF4-FFF2-40B4-BE49-F238E27FC236}">
                    <a16:creationId xmlns:a16="http://schemas.microsoft.com/office/drawing/2014/main" id="{1F1ED813-140D-CA02-4193-A834B7422877}"/>
                  </a:ext>
                </a:extLst>
              </p:cNvPr>
              <p:cNvSpPr/>
              <p:nvPr/>
            </p:nvSpPr>
            <p:spPr>
              <a:xfrm>
                <a:off x="6054166" y="1680311"/>
                <a:ext cx="58800" cy="588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" name="Google Shape;4180;p55">
                <a:extLst>
                  <a:ext uri="{FF2B5EF4-FFF2-40B4-BE49-F238E27FC236}">
                    <a16:creationId xmlns:a16="http://schemas.microsoft.com/office/drawing/2014/main" id="{195EAE5D-0F9C-6243-4702-EBC646C7D933}"/>
                  </a:ext>
                </a:extLst>
              </p:cNvPr>
              <p:cNvSpPr/>
              <p:nvPr/>
            </p:nvSpPr>
            <p:spPr>
              <a:xfrm>
                <a:off x="6054166" y="1867104"/>
                <a:ext cx="58800" cy="588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" name="Google Shape;4181;p55">
                <a:extLst>
                  <a:ext uri="{FF2B5EF4-FFF2-40B4-BE49-F238E27FC236}">
                    <a16:creationId xmlns:a16="http://schemas.microsoft.com/office/drawing/2014/main" id="{A5EC0B06-DCD4-32DB-B2A1-7A471C74833D}"/>
                  </a:ext>
                </a:extLst>
              </p:cNvPr>
              <p:cNvSpPr/>
              <p:nvPr/>
            </p:nvSpPr>
            <p:spPr>
              <a:xfrm>
                <a:off x="6054166" y="1960500"/>
                <a:ext cx="58800" cy="588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" name="Google Shape;4182;p55">
                <a:extLst>
                  <a:ext uri="{FF2B5EF4-FFF2-40B4-BE49-F238E27FC236}">
                    <a16:creationId xmlns:a16="http://schemas.microsoft.com/office/drawing/2014/main" id="{66E2E902-E71D-E209-4828-2FADA6FE6E89}"/>
                  </a:ext>
                </a:extLst>
              </p:cNvPr>
              <p:cNvSpPr/>
              <p:nvPr/>
            </p:nvSpPr>
            <p:spPr>
              <a:xfrm>
                <a:off x="5875879" y="1680311"/>
                <a:ext cx="58800" cy="588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" name="Google Shape;4183;p55">
                <a:extLst>
                  <a:ext uri="{FF2B5EF4-FFF2-40B4-BE49-F238E27FC236}">
                    <a16:creationId xmlns:a16="http://schemas.microsoft.com/office/drawing/2014/main" id="{0FE02F9B-2948-53CE-1FFF-355ADAC5B0C7}"/>
                  </a:ext>
                </a:extLst>
              </p:cNvPr>
              <p:cNvSpPr/>
              <p:nvPr/>
            </p:nvSpPr>
            <p:spPr>
              <a:xfrm>
                <a:off x="5875879" y="1773707"/>
                <a:ext cx="58800" cy="588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" name="Google Shape;4184;p55">
                <a:extLst>
                  <a:ext uri="{FF2B5EF4-FFF2-40B4-BE49-F238E27FC236}">
                    <a16:creationId xmlns:a16="http://schemas.microsoft.com/office/drawing/2014/main" id="{81B198F4-E399-257E-6B6D-6B815A0619D2}"/>
                  </a:ext>
                </a:extLst>
              </p:cNvPr>
              <p:cNvSpPr/>
              <p:nvPr/>
            </p:nvSpPr>
            <p:spPr>
              <a:xfrm>
                <a:off x="5875879" y="1960500"/>
                <a:ext cx="58800" cy="588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" name="Google Shape;4185;p55">
                <a:extLst>
                  <a:ext uri="{FF2B5EF4-FFF2-40B4-BE49-F238E27FC236}">
                    <a16:creationId xmlns:a16="http://schemas.microsoft.com/office/drawing/2014/main" id="{3E81FFC8-4FA2-9E8A-A312-110B71C5F34B}"/>
                  </a:ext>
                </a:extLst>
              </p:cNvPr>
              <p:cNvSpPr/>
              <p:nvPr/>
            </p:nvSpPr>
            <p:spPr>
              <a:xfrm>
                <a:off x="5697593" y="1680311"/>
                <a:ext cx="58800" cy="588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" name="Google Shape;4186;p55">
                <a:extLst>
                  <a:ext uri="{FF2B5EF4-FFF2-40B4-BE49-F238E27FC236}">
                    <a16:creationId xmlns:a16="http://schemas.microsoft.com/office/drawing/2014/main" id="{25F46714-572B-2D5D-A156-A59C2F44A002}"/>
                  </a:ext>
                </a:extLst>
              </p:cNvPr>
              <p:cNvSpPr/>
              <p:nvPr/>
            </p:nvSpPr>
            <p:spPr>
              <a:xfrm>
                <a:off x="5697593" y="1773707"/>
                <a:ext cx="58800" cy="588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" name="Google Shape;4187;p55">
                <a:extLst>
                  <a:ext uri="{FF2B5EF4-FFF2-40B4-BE49-F238E27FC236}">
                    <a16:creationId xmlns:a16="http://schemas.microsoft.com/office/drawing/2014/main" id="{170CBF1A-F067-B24C-6B85-3A4ED97B1E89}"/>
                  </a:ext>
                </a:extLst>
              </p:cNvPr>
              <p:cNvSpPr/>
              <p:nvPr/>
            </p:nvSpPr>
            <p:spPr>
              <a:xfrm>
                <a:off x="5697593" y="1867104"/>
                <a:ext cx="58800" cy="588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" name="Google Shape;4188;p55">
                <a:extLst>
                  <a:ext uri="{FF2B5EF4-FFF2-40B4-BE49-F238E27FC236}">
                    <a16:creationId xmlns:a16="http://schemas.microsoft.com/office/drawing/2014/main" id="{BF473960-6BF4-4DB2-1A22-1E310BD0876C}"/>
                  </a:ext>
                </a:extLst>
              </p:cNvPr>
              <p:cNvSpPr/>
              <p:nvPr/>
            </p:nvSpPr>
            <p:spPr>
              <a:xfrm>
                <a:off x="5697593" y="1960500"/>
                <a:ext cx="58800" cy="588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" name="Google Shape;4189;p55">
                <a:extLst>
                  <a:ext uri="{FF2B5EF4-FFF2-40B4-BE49-F238E27FC236}">
                    <a16:creationId xmlns:a16="http://schemas.microsoft.com/office/drawing/2014/main" id="{669B2778-EBFE-243E-630E-F39AB2C839F4}"/>
                  </a:ext>
                </a:extLst>
              </p:cNvPr>
              <p:cNvSpPr/>
              <p:nvPr/>
            </p:nvSpPr>
            <p:spPr>
              <a:xfrm>
                <a:off x="5786736" y="1680311"/>
                <a:ext cx="58800" cy="588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" name="Google Shape;4190;p55">
                <a:extLst>
                  <a:ext uri="{FF2B5EF4-FFF2-40B4-BE49-F238E27FC236}">
                    <a16:creationId xmlns:a16="http://schemas.microsoft.com/office/drawing/2014/main" id="{0C2A9254-EF54-AF34-EA1B-F8FB9AE8E171}"/>
                  </a:ext>
                </a:extLst>
              </p:cNvPr>
              <p:cNvSpPr/>
              <p:nvPr/>
            </p:nvSpPr>
            <p:spPr>
              <a:xfrm>
                <a:off x="5786736" y="1773707"/>
                <a:ext cx="58800" cy="588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" name="Google Shape;4191;p55">
                <a:extLst>
                  <a:ext uri="{FF2B5EF4-FFF2-40B4-BE49-F238E27FC236}">
                    <a16:creationId xmlns:a16="http://schemas.microsoft.com/office/drawing/2014/main" id="{C223CE69-920D-9653-3958-A530EA8A0F24}"/>
                  </a:ext>
                </a:extLst>
              </p:cNvPr>
              <p:cNvSpPr/>
              <p:nvPr/>
            </p:nvSpPr>
            <p:spPr>
              <a:xfrm>
                <a:off x="5786736" y="1867104"/>
                <a:ext cx="58800" cy="588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" name="Google Shape;4192;p55">
                <a:extLst>
                  <a:ext uri="{FF2B5EF4-FFF2-40B4-BE49-F238E27FC236}">
                    <a16:creationId xmlns:a16="http://schemas.microsoft.com/office/drawing/2014/main" id="{AB9C05BC-EA3A-C8FE-5C51-5ECAA67E2440}"/>
                  </a:ext>
                </a:extLst>
              </p:cNvPr>
              <p:cNvSpPr/>
              <p:nvPr/>
            </p:nvSpPr>
            <p:spPr>
              <a:xfrm>
                <a:off x="5786736" y="1960500"/>
                <a:ext cx="58800" cy="588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" name="Google Shape;4193;p55">
                <a:extLst>
                  <a:ext uri="{FF2B5EF4-FFF2-40B4-BE49-F238E27FC236}">
                    <a16:creationId xmlns:a16="http://schemas.microsoft.com/office/drawing/2014/main" id="{AF6B9E8E-E3B4-42FA-1DAF-A69627229983}"/>
                  </a:ext>
                </a:extLst>
              </p:cNvPr>
              <p:cNvSpPr/>
              <p:nvPr/>
            </p:nvSpPr>
            <p:spPr>
              <a:xfrm>
                <a:off x="5608450" y="1867104"/>
                <a:ext cx="58800" cy="588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pic>
          <p:nvPicPr>
            <p:cNvPr id="38" name="Google Shape;4263;p55">
              <a:extLst>
                <a:ext uri="{FF2B5EF4-FFF2-40B4-BE49-F238E27FC236}">
                  <a16:creationId xmlns:a16="http://schemas.microsoft.com/office/drawing/2014/main" id="{B66BE37A-2F5B-81AB-9861-FA82554F05DA}"/>
                </a:ext>
              </a:extLst>
            </p:cNvPr>
            <p:cNvPicPr preferRelativeResize="0"/>
            <p:nvPr/>
          </p:nvPicPr>
          <p:blipFill>
            <a:blip r:embed="rId9">
              <a:alphaModFix/>
            </a:blip>
            <a:stretch>
              <a:fillRect/>
            </a:stretch>
          </p:blipFill>
          <p:spPr>
            <a:xfrm>
              <a:off x="6897946" y="680500"/>
              <a:ext cx="1602225" cy="11488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9" name="Google Shape;4264;p55">
              <a:extLst>
                <a:ext uri="{FF2B5EF4-FFF2-40B4-BE49-F238E27FC236}">
                  <a16:creationId xmlns:a16="http://schemas.microsoft.com/office/drawing/2014/main" id="{428F4882-75B3-1906-E32E-83E4FD2FA479}"/>
                </a:ext>
              </a:extLst>
            </p:cNvPr>
            <p:cNvPicPr preferRelativeResize="0"/>
            <p:nvPr/>
          </p:nvPicPr>
          <p:blipFill>
            <a:blip r:embed="rId9">
              <a:alphaModFix/>
            </a:blip>
            <a:stretch>
              <a:fillRect/>
            </a:stretch>
          </p:blipFill>
          <p:spPr>
            <a:xfrm>
              <a:off x="7314025" y="3596918"/>
              <a:ext cx="1527200" cy="109500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0" name="Google Shape;4265;p55">
              <a:extLst>
                <a:ext uri="{FF2B5EF4-FFF2-40B4-BE49-F238E27FC236}">
                  <a16:creationId xmlns:a16="http://schemas.microsoft.com/office/drawing/2014/main" id="{B29164AA-E4D1-7951-D98C-B00EAE1D6A5A}"/>
                </a:ext>
              </a:extLst>
            </p:cNvPr>
            <p:cNvPicPr preferRelativeResize="0"/>
            <p:nvPr/>
          </p:nvPicPr>
          <p:blipFill>
            <a:blip r:embed="rId9">
              <a:alphaModFix/>
            </a:blip>
            <a:stretch>
              <a:fillRect/>
            </a:stretch>
          </p:blipFill>
          <p:spPr>
            <a:xfrm>
              <a:off x="4808150" y="1944682"/>
              <a:ext cx="841200" cy="60314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1" name="Google Shape;4266;p55">
              <a:extLst>
                <a:ext uri="{FF2B5EF4-FFF2-40B4-BE49-F238E27FC236}">
                  <a16:creationId xmlns:a16="http://schemas.microsoft.com/office/drawing/2014/main" id="{A25841AE-ADCE-1FCA-5184-1203E205082B}"/>
                </a:ext>
              </a:extLst>
            </p:cNvPr>
            <p:cNvPicPr preferRelativeResize="0"/>
            <p:nvPr/>
          </p:nvPicPr>
          <p:blipFill>
            <a:blip r:embed="rId10">
              <a:alphaModFix/>
            </a:blip>
            <a:stretch>
              <a:fillRect/>
            </a:stretch>
          </p:blipFill>
          <p:spPr>
            <a:xfrm flipH="1">
              <a:off x="6171477" y="1465850"/>
              <a:ext cx="1743550" cy="291085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2" name="Google Shape;4267;p55">
              <a:extLst>
                <a:ext uri="{FF2B5EF4-FFF2-40B4-BE49-F238E27FC236}">
                  <a16:creationId xmlns:a16="http://schemas.microsoft.com/office/drawing/2014/main" id="{2A824EFC-DBDC-9B49-0134-F804ED183F20}"/>
                </a:ext>
              </a:extLst>
            </p:cNvPr>
            <p:cNvPicPr preferRelativeResize="0"/>
            <p:nvPr/>
          </p:nvPicPr>
          <p:blipFill>
            <a:blip r:embed="rId11">
              <a:alphaModFix/>
            </a:blip>
            <a:stretch>
              <a:fillRect/>
            </a:stretch>
          </p:blipFill>
          <p:spPr>
            <a:xfrm>
              <a:off x="5649349" y="2720712"/>
              <a:ext cx="936775" cy="1235613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ransition spd="slow">
    <p:cover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54864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34573" y="10972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Aparajita" panose="02020603050405020304" pitchFamily="18" charset="0"/>
                <a:ea typeface="Calibri" pitchFamily="34" charset="-122"/>
                <a:cs typeface="Aparajita" panose="02020603050405020304" pitchFamily="18" charset="0"/>
              </a:rPr>
              <a:t>Live Investigator Dashboard</a:t>
            </a:r>
            <a:endParaRPr lang="en-US" sz="3200" dirty="0">
              <a:latin typeface="Aparajita" panose="02020603050405020304" pitchFamily="18" charset="0"/>
              <a:cs typeface="Aparajita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15BCE39-F451-3E4F-0D19-11C3BBABC6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3762" y="892981"/>
            <a:ext cx="7406559" cy="3490341"/>
          </a:xfrm>
          <a:prstGeom prst="rect">
            <a:avLst/>
          </a:prstGeom>
        </p:spPr>
      </p:pic>
    </p:spTree>
  </p:cSld>
  <p:clrMapOvr>
    <a:masterClrMapping/>
  </p:clrMapOvr>
  <p:transition spd="slow">
    <p:cover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EB0F3A0-ED50-AFBD-D4DF-B7E7662458F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1143"/>
          <a:stretch>
            <a:fillRect/>
          </a:stretch>
        </p:blipFill>
        <p:spPr>
          <a:xfrm>
            <a:off x="1142231" y="185854"/>
            <a:ext cx="6778923" cy="46983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9653849"/>
      </p:ext>
    </p:extLst>
  </p:cSld>
  <p:clrMapOvr>
    <a:masterClrMapping/>
  </p:clrMapOvr>
  <p:transition spd="slow">
    <p:cover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0" y="59436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7548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Aparajita" panose="02020603050405020304" pitchFamily="18" charset="0"/>
                <a:ea typeface="Calibri" pitchFamily="34" charset="-122"/>
                <a:cs typeface="Aparajita" panose="02020603050405020304" pitchFamily="18" charset="0"/>
              </a:rPr>
              <a:t>3-Layer Pipeline</a:t>
            </a:r>
            <a:endParaRPr lang="en-US" sz="3600" dirty="0">
              <a:latin typeface="Aparajita" panose="02020603050405020304" pitchFamily="18" charset="0"/>
              <a:cs typeface="Aparajita" panose="020206030504050203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2606040" cy="3429000"/>
          </a:xfrm>
          <a:prstGeom prst="rect">
            <a:avLst/>
          </a:prstGeom>
          <a:solidFill>
            <a:srgbClr val="141E2E"/>
          </a:solidFill>
          <a:ln w="12700">
            <a:solidFill>
              <a:srgbClr val="1E305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234440"/>
            <a:ext cx="2606040" cy="502920"/>
          </a:xfrm>
          <a:prstGeom prst="rect">
            <a:avLst/>
          </a:prstGeom>
          <a:solidFill>
            <a:srgbClr val="00D4AA">
              <a:alpha val="80000"/>
            </a:srgbClr>
          </a:solidFill>
          <a:ln w="12700">
            <a:solidFill>
              <a:srgbClr val="00D4AA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1307592"/>
            <a:ext cx="347472" cy="34747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1307592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LAYER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48640" y="1874520"/>
            <a:ext cx="2240280" cy="502920"/>
          </a:xfrm>
          <a:prstGeom prst="rect">
            <a:avLst/>
          </a:prstGeom>
          <a:solidFill>
            <a:srgbClr val="0A1628"/>
          </a:solidFill>
          <a:ln w="6350">
            <a:solidFill>
              <a:srgbClr val="00D4A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58368" y="1874520"/>
            <a:ext cx="20299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Packet Capture (Scapy)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548640" y="2532888"/>
            <a:ext cx="2240280" cy="502920"/>
          </a:xfrm>
          <a:prstGeom prst="rect">
            <a:avLst/>
          </a:prstGeom>
          <a:solidFill>
            <a:srgbClr val="0A1628"/>
          </a:solidFill>
          <a:ln w="6350">
            <a:solidFill>
              <a:srgbClr val="00D4A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58368" y="2532888"/>
            <a:ext cx="20299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Extractor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548640" y="3191256"/>
            <a:ext cx="2240280" cy="502920"/>
          </a:xfrm>
          <a:prstGeom prst="rect">
            <a:avLst/>
          </a:prstGeom>
          <a:solidFill>
            <a:srgbClr val="0A1628"/>
          </a:solidFill>
          <a:ln w="6350">
            <a:solidFill>
              <a:srgbClr val="00D4A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58368" y="3191256"/>
            <a:ext cx="20299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TLS Inspector (SNI/JA3)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548640" y="3849624"/>
            <a:ext cx="2240280" cy="502920"/>
          </a:xfrm>
          <a:prstGeom prst="rect">
            <a:avLst/>
          </a:prstGeom>
          <a:solidFill>
            <a:srgbClr val="0A1628"/>
          </a:solidFill>
          <a:ln w="6350">
            <a:solidFill>
              <a:srgbClr val="00D4A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58368" y="3849624"/>
            <a:ext cx="20299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DNS Logger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3200400" y="1234440"/>
            <a:ext cx="2606040" cy="3429000"/>
          </a:xfrm>
          <a:prstGeom prst="rect">
            <a:avLst/>
          </a:prstGeom>
          <a:solidFill>
            <a:srgbClr val="141E2E"/>
          </a:solidFill>
          <a:ln w="12700">
            <a:solidFill>
              <a:srgbClr val="1E305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3200400" y="1234440"/>
            <a:ext cx="2606040" cy="502920"/>
          </a:xfrm>
          <a:prstGeom prst="rect">
            <a:avLst/>
          </a:prstGeom>
          <a:solidFill>
            <a:srgbClr val="00B4D8">
              <a:alpha val="80000"/>
            </a:srgbClr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10128" y="1307592"/>
            <a:ext cx="347472" cy="347472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3749040" y="1307592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LAYER</a:t>
            </a:r>
            <a:endParaRPr lang="en-US" sz="1100" dirty="0"/>
          </a:p>
        </p:txBody>
      </p:sp>
      <p:sp>
        <p:nvSpPr>
          <p:cNvPr id="21" name="Shape 17"/>
          <p:cNvSpPr/>
          <p:nvPr/>
        </p:nvSpPr>
        <p:spPr>
          <a:xfrm>
            <a:off x="3383280" y="1874520"/>
            <a:ext cx="2240280" cy="502920"/>
          </a:xfrm>
          <a:prstGeom prst="rect">
            <a:avLst/>
          </a:prstGeom>
          <a:solidFill>
            <a:srgbClr val="0A1628"/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3493008" y="1874520"/>
            <a:ext cx="20299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Timing Analyser</a:t>
            </a:r>
            <a:endParaRPr lang="en-US" sz="1050" dirty="0"/>
          </a:p>
        </p:txBody>
      </p:sp>
      <p:sp>
        <p:nvSpPr>
          <p:cNvPr id="23" name="Shape 19"/>
          <p:cNvSpPr/>
          <p:nvPr/>
        </p:nvSpPr>
        <p:spPr>
          <a:xfrm>
            <a:off x="3383280" y="2532888"/>
            <a:ext cx="2240280" cy="502920"/>
          </a:xfrm>
          <a:prstGeom prst="rect">
            <a:avLst/>
          </a:prstGeom>
          <a:solidFill>
            <a:srgbClr val="0A1628"/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3493008" y="2532888"/>
            <a:ext cx="20299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Profiler (GeoIP/ASN)</a:t>
            </a:r>
            <a:endParaRPr lang="en-US" sz="1050" dirty="0"/>
          </a:p>
        </p:txBody>
      </p:sp>
      <p:sp>
        <p:nvSpPr>
          <p:cNvPr id="25" name="Shape 21"/>
          <p:cNvSpPr/>
          <p:nvPr/>
        </p:nvSpPr>
        <p:spPr>
          <a:xfrm>
            <a:off x="3383280" y="3191256"/>
            <a:ext cx="2240280" cy="502920"/>
          </a:xfrm>
          <a:prstGeom prst="rect">
            <a:avLst/>
          </a:prstGeom>
          <a:solidFill>
            <a:srgbClr val="0A1628"/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3493008" y="3191256"/>
            <a:ext cx="20299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Classifier</a:t>
            </a:r>
            <a:endParaRPr lang="en-US" sz="1050" dirty="0"/>
          </a:p>
        </p:txBody>
      </p:sp>
      <p:sp>
        <p:nvSpPr>
          <p:cNvPr id="27" name="Shape 23"/>
          <p:cNvSpPr/>
          <p:nvPr/>
        </p:nvSpPr>
        <p:spPr>
          <a:xfrm>
            <a:off x="3383280" y="3849624"/>
            <a:ext cx="2240280" cy="502920"/>
          </a:xfrm>
          <a:prstGeom prst="rect">
            <a:avLst/>
          </a:prstGeom>
          <a:solidFill>
            <a:srgbClr val="0A1628"/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3493008" y="3849624"/>
            <a:ext cx="20299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Engine</a:t>
            </a:r>
            <a:endParaRPr lang="en-US" sz="1050" dirty="0"/>
          </a:p>
        </p:txBody>
      </p:sp>
      <p:sp>
        <p:nvSpPr>
          <p:cNvPr id="29" name="Shape 25"/>
          <p:cNvSpPr/>
          <p:nvPr/>
        </p:nvSpPr>
        <p:spPr>
          <a:xfrm>
            <a:off x="6035040" y="1234440"/>
            <a:ext cx="2606040" cy="3429000"/>
          </a:xfrm>
          <a:prstGeom prst="rect">
            <a:avLst/>
          </a:prstGeom>
          <a:solidFill>
            <a:srgbClr val="141E2E"/>
          </a:solidFill>
          <a:ln w="12700">
            <a:solidFill>
              <a:srgbClr val="1E305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0" name="Shape 26"/>
          <p:cNvSpPr/>
          <p:nvPr/>
        </p:nvSpPr>
        <p:spPr>
          <a:xfrm>
            <a:off x="6035040" y="1234440"/>
            <a:ext cx="2606040" cy="502920"/>
          </a:xfrm>
          <a:prstGeom prst="rect">
            <a:avLst/>
          </a:prstGeom>
          <a:solidFill>
            <a:srgbClr val="F0A050">
              <a:alpha val="80000"/>
            </a:srgbClr>
          </a:solidFill>
          <a:ln w="12700">
            <a:solidFill>
              <a:srgbClr val="F0A050"/>
            </a:solidFill>
            <a:prstDash val="solid"/>
          </a:ln>
        </p:spPr>
      </p:sp>
      <p:pic>
        <p:nvPicPr>
          <p:cNvPr id="3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44768" y="1307592"/>
            <a:ext cx="347472" cy="347472"/>
          </a:xfrm>
          <a:prstGeom prst="rect">
            <a:avLst/>
          </a:prstGeom>
        </p:spPr>
      </p:pic>
      <p:sp>
        <p:nvSpPr>
          <p:cNvPr id="32" name="Text 27"/>
          <p:cNvSpPr/>
          <p:nvPr/>
        </p:nvSpPr>
        <p:spPr>
          <a:xfrm>
            <a:off x="6583680" y="1307592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LAYER</a:t>
            </a:r>
            <a:endParaRPr lang="en-US" sz="1100" dirty="0"/>
          </a:p>
        </p:txBody>
      </p:sp>
      <p:sp>
        <p:nvSpPr>
          <p:cNvPr id="33" name="Shape 28"/>
          <p:cNvSpPr/>
          <p:nvPr/>
        </p:nvSpPr>
        <p:spPr>
          <a:xfrm>
            <a:off x="6217920" y="1874520"/>
            <a:ext cx="2240280" cy="502920"/>
          </a:xfrm>
          <a:prstGeom prst="rect">
            <a:avLst/>
          </a:prstGeom>
          <a:solidFill>
            <a:srgbClr val="0A1628"/>
          </a:solidFill>
          <a:ln w="6350">
            <a:solidFill>
              <a:srgbClr val="F0A050"/>
            </a:solidFill>
            <a:prstDash val="solid"/>
          </a:ln>
        </p:spPr>
      </p:sp>
      <p:sp>
        <p:nvSpPr>
          <p:cNvPr id="34" name="Text 29"/>
          <p:cNvSpPr/>
          <p:nvPr/>
        </p:nvSpPr>
        <p:spPr>
          <a:xfrm>
            <a:off x="6327648" y="1874520"/>
            <a:ext cx="20299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Dashboard</a:t>
            </a:r>
            <a:endParaRPr lang="en-US" sz="1050" dirty="0"/>
          </a:p>
        </p:txBody>
      </p:sp>
      <p:sp>
        <p:nvSpPr>
          <p:cNvPr id="35" name="Shape 30"/>
          <p:cNvSpPr/>
          <p:nvPr/>
        </p:nvSpPr>
        <p:spPr>
          <a:xfrm>
            <a:off x="6217920" y="2532888"/>
            <a:ext cx="2240280" cy="502920"/>
          </a:xfrm>
          <a:prstGeom prst="rect">
            <a:avLst/>
          </a:prstGeom>
          <a:solidFill>
            <a:srgbClr val="0A1628"/>
          </a:solidFill>
          <a:ln w="6350">
            <a:solidFill>
              <a:srgbClr val="F0A050"/>
            </a:solidFill>
            <a:prstDash val="solid"/>
          </a:ln>
        </p:spPr>
      </p:sp>
      <p:sp>
        <p:nvSpPr>
          <p:cNvPr id="36" name="Text 31"/>
          <p:cNvSpPr/>
          <p:nvPr/>
        </p:nvSpPr>
        <p:spPr>
          <a:xfrm>
            <a:off x="6327648" y="2532888"/>
            <a:ext cx="20299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</a:t>
            </a:r>
            <a:endParaRPr lang="en-US" sz="1050" dirty="0"/>
          </a:p>
        </p:txBody>
      </p:sp>
      <p:sp>
        <p:nvSpPr>
          <p:cNvPr id="37" name="Shape 32"/>
          <p:cNvSpPr/>
          <p:nvPr/>
        </p:nvSpPr>
        <p:spPr>
          <a:xfrm>
            <a:off x="6217920" y="3191256"/>
            <a:ext cx="2240280" cy="502920"/>
          </a:xfrm>
          <a:prstGeom prst="rect">
            <a:avLst/>
          </a:prstGeom>
          <a:solidFill>
            <a:srgbClr val="0A1628"/>
          </a:solidFill>
          <a:ln w="6350">
            <a:solidFill>
              <a:srgbClr val="F0A050"/>
            </a:solidFill>
            <a:prstDash val="solid"/>
          </a:ln>
        </p:spPr>
      </p:sp>
      <p:sp>
        <p:nvSpPr>
          <p:cNvPr id="38" name="Text 33"/>
          <p:cNvSpPr/>
          <p:nvPr/>
        </p:nvSpPr>
        <p:spPr>
          <a:xfrm>
            <a:off x="6327648" y="3191256"/>
            <a:ext cx="20299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Party B Candidates</a:t>
            </a:r>
            <a:endParaRPr lang="en-US" sz="1050" dirty="0"/>
          </a:p>
        </p:txBody>
      </p:sp>
      <p:sp>
        <p:nvSpPr>
          <p:cNvPr id="39" name="Shape 34"/>
          <p:cNvSpPr/>
          <p:nvPr/>
        </p:nvSpPr>
        <p:spPr>
          <a:xfrm>
            <a:off x="6217920" y="3849624"/>
            <a:ext cx="2240280" cy="502920"/>
          </a:xfrm>
          <a:prstGeom prst="rect">
            <a:avLst/>
          </a:prstGeom>
          <a:solidFill>
            <a:srgbClr val="0A1628"/>
          </a:solidFill>
          <a:ln w="6350">
            <a:solidFill>
              <a:srgbClr val="F0A050"/>
            </a:solidFill>
            <a:prstDash val="solid"/>
          </a:ln>
        </p:spPr>
      </p:sp>
      <p:sp>
        <p:nvSpPr>
          <p:cNvPr id="40" name="Text 35"/>
          <p:cNvSpPr/>
          <p:nvPr/>
        </p:nvSpPr>
        <p:spPr>
          <a:xfrm>
            <a:off x="6327648" y="3849624"/>
            <a:ext cx="20299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CSV/Report Export</a:t>
            </a:r>
            <a:endParaRPr lang="en-US" sz="1050" dirty="0"/>
          </a:p>
        </p:txBody>
      </p:sp>
      <p:sp>
        <p:nvSpPr>
          <p:cNvPr id="41" name="Shape 36"/>
          <p:cNvSpPr/>
          <p:nvPr/>
        </p:nvSpPr>
        <p:spPr>
          <a:xfrm>
            <a:off x="2971800" y="2926080"/>
            <a:ext cx="228600" cy="0"/>
          </a:xfrm>
          <a:prstGeom prst="line">
            <a:avLst/>
          </a:prstGeom>
          <a:noFill/>
          <a:ln w="25400">
            <a:solidFill>
              <a:srgbClr val="00D4AA"/>
            </a:solidFill>
            <a:prstDash val="solid"/>
          </a:ln>
        </p:spPr>
      </p:sp>
      <p:sp>
        <p:nvSpPr>
          <p:cNvPr id="42" name="Shape 37"/>
          <p:cNvSpPr/>
          <p:nvPr/>
        </p:nvSpPr>
        <p:spPr>
          <a:xfrm>
            <a:off x="5806440" y="2926080"/>
            <a:ext cx="228600" cy="0"/>
          </a:xfrm>
          <a:prstGeom prst="line">
            <a:avLst/>
          </a:prstGeom>
          <a:noFill/>
          <a:ln w="25400">
            <a:solidFill>
              <a:srgbClr val="00D4AA"/>
            </a:solidFill>
            <a:prstDash val="solid"/>
          </a:ln>
        </p:spPr>
      </p:sp>
      <p:sp>
        <p:nvSpPr>
          <p:cNvPr id="43" name="Text 38"/>
          <p:cNvSpPr/>
          <p:nvPr/>
        </p:nvSpPr>
        <p:spPr>
          <a:xfrm>
            <a:off x="2926080" y="27889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44" name="Text 39"/>
          <p:cNvSpPr/>
          <p:nvPr/>
        </p:nvSpPr>
        <p:spPr>
          <a:xfrm>
            <a:off x="5760720" y="27889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70B9B797-7CBE-FF63-D790-C66979033E09}"/>
              </a:ext>
            </a:extLst>
          </p:cNvPr>
          <p:cNvGrpSpPr/>
          <p:nvPr/>
        </p:nvGrpSpPr>
        <p:grpSpPr>
          <a:xfrm>
            <a:off x="7107044" y="59436"/>
            <a:ext cx="1922999" cy="813816"/>
            <a:chOff x="2356904" y="405649"/>
            <a:chExt cx="4405725" cy="2360411"/>
          </a:xfrm>
        </p:grpSpPr>
        <p:pic>
          <p:nvPicPr>
            <p:cNvPr id="49" name="Google Shape;3566;p43">
              <a:extLst>
                <a:ext uri="{FF2B5EF4-FFF2-40B4-BE49-F238E27FC236}">
                  <a16:creationId xmlns:a16="http://schemas.microsoft.com/office/drawing/2014/main" id="{6E0B112F-E35A-60D5-318C-0A4867362F34}"/>
                </a:ext>
              </a:extLst>
            </p:cNvPr>
            <p:cNvPicPr preferRelativeResize="0"/>
            <p:nvPr/>
          </p:nvPicPr>
          <p:blipFill>
            <a:blip r:embed="rId6">
              <a:duotone>
                <a:prstClr val="black"/>
                <a:schemeClr val="accent1">
                  <a:tint val="45000"/>
                  <a:satMod val="400000"/>
                </a:schemeClr>
              </a:duotone>
              <a:alphaModFix/>
            </a:blip>
            <a:stretch>
              <a:fillRect/>
            </a:stretch>
          </p:blipFill>
          <p:spPr>
            <a:xfrm>
              <a:off x="2526479" y="2162900"/>
              <a:ext cx="841225" cy="6031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0" name="Google Shape;3581;p43">
              <a:extLst>
                <a:ext uri="{FF2B5EF4-FFF2-40B4-BE49-F238E27FC236}">
                  <a16:creationId xmlns:a16="http://schemas.microsoft.com/office/drawing/2014/main" id="{6A31F937-C889-FF4F-4F30-D8AD4E9F64FA}"/>
                </a:ext>
              </a:extLst>
            </p:cNvPr>
            <p:cNvPicPr preferRelativeResize="0"/>
            <p:nvPr/>
          </p:nvPicPr>
          <p:blipFill>
            <a:blip r:embed="rId7">
              <a:duotone>
                <a:prstClr val="black"/>
                <a:schemeClr val="accent1">
                  <a:tint val="45000"/>
                  <a:satMod val="400000"/>
                </a:schemeClr>
              </a:duotone>
              <a:alphaModFix/>
            </a:blip>
            <a:stretch>
              <a:fillRect/>
            </a:stretch>
          </p:blipFill>
          <p:spPr>
            <a:xfrm>
              <a:off x="3898923" y="506252"/>
              <a:ext cx="1397893" cy="18438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1" name="Google Shape;3582;p43">
              <a:extLst>
                <a:ext uri="{FF2B5EF4-FFF2-40B4-BE49-F238E27FC236}">
                  <a16:creationId xmlns:a16="http://schemas.microsoft.com/office/drawing/2014/main" id="{550913A7-C746-E57B-D9CB-6928083E653A}"/>
                </a:ext>
              </a:extLst>
            </p:cNvPr>
            <p:cNvPicPr preferRelativeResize="0"/>
            <p:nvPr/>
          </p:nvPicPr>
          <p:blipFill>
            <a:blip r:embed="rId8">
              <a:duotone>
                <a:prstClr val="black"/>
                <a:schemeClr val="accent1">
                  <a:tint val="45000"/>
                  <a:satMod val="400000"/>
                </a:schemeClr>
              </a:duotone>
              <a:alphaModFix/>
            </a:blip>
            <a:stretch>
              <a:fillRect/>
            </a:stretch>
          </p:blipFill>
          <p:spPr>
            <a:xfrm>
              <a:off x="3367711" y="1506500"/>
              <a:ext cx="676888" cy="10715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2" name="Google Shape;3583;p43">
              <a:extLst>
                <a:ext uri="{FF2B5EF4-FFF2-40B4-BE49-F238E27FC236}">
                  <a16:creationId xmlns:a16="http://schemas.microsoft.com/office/drawing/2014/main" id="{39E9F9A8-4C7A-59DA-35D1-26C608B46A5F}"/>
                </a:ext>
              </a:extLst>
            </p:cNvPr>
            <p:cNvPicPr preferRelativeResize="0"/>
            <p:nvPr/>
          </p:nvPicPr>
          <p:blipFill>
            <a:blip r:embed="rId9">
              <a:duotone>
                <a:prstClr val="black"/>
                <a:schemeClr val="accent1">
                  <a:tint val="45000"/>
                  <a:satMod val="400000"/>
                </a:schemeClr>
              </a:duotone>
              <a:alphaModFix/>
            </a:blip>
            <a:stretch>
              <a:fillRect/>
            </a:stretch>
          </p:blipFill>
          <p:spPr>
            <a:xfrm>
              <a:off x="3136451" y="405649"/>
              <a:ext cx="908150" cy="11488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3" name="Google Shape;3584;p43">
              <a:extLst>
                <a:ext uri="{FF2B5EF4-FFF2-40B4-BE49-F238E27FC236}">
                  <a16:creationId xmlns:a16="http://schemas.microsoft.com/office/drawing/2014/main" id="{01731ED4-4202-B911-6DA2-5EACBB688693}"/>
                </a:ext>
              </a:extLst>
            </p:cNvPr>
            <p:cNvPicPr preferRelativeResize="0"/>
            <p:nvPr/>
          </p:nvPicPr>
          <p:blipFill>
            <a:blip r:embed="rId9">
              <a:duotone>
                <a:prstClr val="black"/>
                <a:schemeClr val="accent1">
                  <a:tint val="45000"/>
                  <a:satMod val="400000"/>
                </a:schemeClr>
              </a:duotone>
              <a:alphaModFix/>
            </a:blip>
            <a:stretch>
              <a:fillRect/>
            </a:stretch>
          </p:blipFill>
          <p:spPr>
            <a:xfrm>
              <a:off x="5312350" y="1827212"/>
              <a:ext cx="593532" cy="75081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4" name="Google Shape;3585;p43">
              <a:extLst>
                <a:ext uri="{FF2B5EF4-FFF2-40B4-BE49-F238E27FC236}">
                  <a16:creationId xmlns:a16="http://schemas.microsoft.com/office/drawing/2014/main" id="{B7C7EF27-2ED5-EF32-DE32-9D2099B35AD7}"/>
                </a:ext>
              </a:extLst>
            </p:cNvPr>
            <p:cNvPicPr preferRelativeResize="0"/>
            <p:nvPr/>
          </p:nvPicPr>
          <p:blipFill>
            <a:blip r:embed="rId6">
              <a:duotone>
                <a:prstClr val="black"/>
                <a:schemeClr val="accent1">
                  <a:tint val="45000"/>
                  <a:satMod val="400000"/>
                </a:schemeClr>
              </a:duotone>
              <a:alphaModFix/>
            </a:blip>
            <a:stretch>
              <a:fillRect/>
            </a:stretch>
          </p:blipFill>
          <p:spPr>
            <a:xfrm>
              <a:off x="2356904" y="903350"/>
              <a:ext cx="841225" cy="6031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5" name="Google Shape;3586;p43">
              <a:extLst>
                <a:ext uri="{FF2B5EF4-FFF2-40B4-BE49-F238E27FC236}">
                  <a16:creationId xmlns:a16="http://schemas.microsoft.com/office/drawing/2014/main" id="{D754DE2C-76A2-ED52-82CC-789A9EBF365D}"/>
                </a:ext>
              </a:extLst>
            </p:cNvPr>
            <p:cNvPicPr preferRelativeResize="0"/>
            <p:nvPr/>
          </p:nvPicPr>
          <p:blipFill>
            <a:blip r:embed="rId6">
              <a:duotone>
                <a:prstClr val="black"/>
                <a:schemeClr val="accent1">
                  <a:tint val="45000"/>
                  <a:satMod val="400000"/>
                </a:schemeClr>
              </a:duotone>
              <a:alphaModFix/>
            </a:blip>
            <a:stretch>
              <a:fillRect/>
            </a:stretch>
          </p:blipFill>
          <p:spPr>
            <a:xfrm>
              <a:off x="5921404" y="1554462"/>
              <a:ext cx="841225" cy="60316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ransition spd="slow">
    <p:cover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1179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7548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Aparajita" panose="02020603050405020304" pitchFamily="18" charset="0"/>
                <a:ea typeface="Calibri" pitchFamily="34" charset="-122"/>
                <a:cs typeface="Aparajita" panose="02020603050405020304" pitchFamily="18" charset="0"/>
              </a:rPr>
              <a:t>What Makes Our Solution Unique</a:t>
            </a:r>
            <a:endParaRPr lang="en-US" sz="3200" dirty="0">
              <a:latin typeface="Aparajita" panose="02020603050405020304" pitchFamily="18" charset="0"/>
              <a:cs typeface="Aparajita" panose="020206030504050203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4160520" cy="1600200"/>
          </a:xfrm>
          <a:prstGeom prst="rect">
            <a:avLst/>
          </a:prstGeom>
          <a:solidFill>
            <a:srgbClr val="141E2E"/>
          </a:solidFill>
          <a:ln w="12700">
            <a:solidFill>
              <a:srgbClr val="00D4A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417320"/>
            <a:ext cx="457200" cy="457200"/>
          </a:xfrm>
          <a:prstGeom prst="ellipse">
            <a:avLst/>
          </a:prstGeom>
          <a:solidFill>
            <a:srgbClr val="00D4AA">
              <a:alpha val="80000"/>
            </a:srgbClr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417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>
              <a:solidFill>
                <a:schemeClr val="tx1"/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1097280" y="1417320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Baskerville Old Face" panose="02020602080505020303" pitchFamily="18" charset="0"/>
                <a:ea typeface="Calibri" pitchFamily="34" charset="-122"/>
                <a:cs typeface="Calibri" pitchFamily="34" charset="-120"/>
              </a:rPr>
              <a:t>Pure Metadata Intelligence</a:t>
            </a:r>
            <a:endParaRPr lang="en-US" sz="1800" dirty="0">
              <a:latin typeface="Baskerville Old Face" panose="02020602080505020303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502920" y="1892808"/>
            <a:ext cx="3886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tx1"/>
                </a:solidFill>
                <a:latin typeface="Baskerville Old Face" panose="02020602080505020303" pitchFamily="18" charset="0"/>
                <a:ea typeface="Calibri" pitchFamily="34" charset="-122"/>
                <a:cs typeface="Calibri" pitchFamily="34" charset="-120"/>
              </a:rPr>
              <a:t>Unlike traditional tools that require decryption or MITM, NetMeta extracts maximum investigative value from observable metadata alone — legally and non-intrusively.</a:t>
            </a:r>
            <a:endParaRPr lang="en-US" sz="1000" dirty="0">
              <a:solidFill>
                <a:schemeClr val="tx1"/>
              </a:solidFill>
              <a:latin typeface="Baskerville Old Face" panose="02020602080505020303" pitchFamily="18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754880" y="1234440"/>
            <a:ext cx="4160520" cy="1600200"/>
          </a:xfrm>
          <a:prstGeom prst="rect">
            <a:avLst/>
          </a:prstGeom>
          <a:solidFill>
            <a:srgbClr val="141E2E"/>
          </a:solidFill>
          <a:ln w="1270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92040" y="1417320"/>
            <a:ext cx="457200" cy="457200"/>
          </a:xfrm>
          <a:prstGeom prst="ellipse">
            <a:avLst/>
          </a:prstGeom>
          <a:solidFill>
            <a:srgbClr val="00B4D8">
              <a:alpha val="80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92040" y="1417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>
              <a:solidFill>
                <a:schemeClr val="tx1"/>
              </a:solidFill>
            </a:endParaRPr>
          </a:p>
        </p:txBody>
      </p:sp>
      <p:sp>
        <p:nvSpPr>
          <p:cNvPr id="13" name="Text 11"/>
          <p:cNvSpPr/>
          <p:nvPr/>
        </p:nvSpPr>
        <p:spPr>
          <a:xfrm>
            <a:off x="5486400" y="1417320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Baskerville Old Face" panose="02020602080505020303" pitchFamily="18" charset="0"/>
                <a:ea typeface="Calibri" pitchFamily="34" charset="-122"/>
                <a:cs typeface="Calibri" pitchFamily="34" charset="-120"/>
              </a:rPr>
              <a:t>JA3 App Fingerprinting</a:t>
            </a:r>
            <a:endParaRPr lang="en-US" sz="1800" dirty="0">
              <a:latin typeface="Baskerville Old Face" panose="02020602080505020303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4892040" y="1892808"/>
            <a:ext cx="3886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tx1"/>
                </a:solidFill>
                <a:latin typeface="Baskerville Old Face" panose="02020602080505020303" pitchFamily="18" charset="0"/>
                <a:ea typeface="Calibri" pitchFamily="34" charset="-122"/>
                <a:cs typeface="Calibri" pitchFamily="34" charset="-120"/>
              </a:rPr>
              <a:t>First-class JA3 TLS fingerprinting identifies which specific application (Signal, Telegram, WhatsApp) generated each encrypted flow — without seeing any content.</a:t>
            </a:r>
            <a:endParaRPr lang="en-US" sz="1000" dirty="0">
              <a:solidFill>
                <a:schemeClr val="tx1"/>
              </a:solidFill>
              <a:latin typeface="Baskerville Old Face" panose="02020602080505020303" pitchFamily="18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365760" y="3063240"/>
            <a:ext cx="4160520" cy="1600200"/>
          </a:xfrm>
          <a:prstGeom prst="rect">
            <a:avLst/>
          </a:prstGeom>
          <a:solidFill>
            <a:srgbClr val="141E2E"/>
          </a:solidFill>
          <a:ln w="12700">
            <a:solidFill>
              <a:srgbClr val="F0A05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02920" y="3246120"/>
            <a:ext cx="457200" cy="457200"/>
          </a:xfrm>
          <a:prstGeom prst="ellipse">
            <a:avLst/>
          </a:prstGeom>
          <a:solidFill>
            <a:srgbClr val="F0A050">
              <a:alpha val="80000"/>
            </a:srgbClr>
          </a:solidFill>
          <a:ln w="12700">
            <a:solidFill>
              <a:srgbClr val="F0A05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3246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>
              <a:solidFill>
                <a:schemeClr val="tx1"/>
              </a:solidFill>
            </a:endParaRPr>
          </a:p>
        </p:txBody>
      </p:sp>
      <p:sp>
        <p:nvSpPr>
          <p:cNvPr id="18" name="Text 16"/>
          <p:cNvSpPr/>
          <p:nvPr/>
        </p:nvSpPr>
        <p:spPr>
          <a:xfrm>
            <a:off x="1097280" y="3246120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Baskerville Old Face" panose="02020602080505020303" pitchFamily="18" charset="0"/>
                <a:ea typeface="Calibri" pitchFamily="34" charset="-122"/>
                <a:cs typeface="Calibri" pitchFamily="34" charset="-120"/>
              </a:rPr>
              <a:t>Timing-Based Session Detection</a:t>
            </a:r>
            <a:endParaRPr lang="en-US" sz="1800" dirty="0">
              <a:latin typeface="Baskerville Old Face" panose="02020602080505020303" pitchFamily="18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502920" y="3721608"/>
            <a:ext cx="3886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tx1"/>
                </a:solidFill>
                <a:latin typeface="Baskerville Old Face" panose="02020602080505020303" pitchFamily="18" charset="0"/>
                <a:ea typeface="Calibri" pitchFamily="34" charset="-122"/>
                <a:cs typeface="Calibri" pitchFamily="34" charset="-120"/>
              </a:rPr>
              <a:t>Proprietary burst analysis segments passive traffic into communication sessions. Encrypted messaging apps leave unmistakable timing signatures even when content is hidden.</a:t>
            </a:r>
            <a:endParaRPr lang="en-US" sz="1000" dirty="0">
              <a:solidFill>
                <a:schemeClr val="tx1"/>
              </a:solidFill>
              <a:latin typeface="Baskerville Old Face" panose="02020602080505020303" pitchFamily="18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4754880" y="3063240"/>
            <a:ext cx="4160520" cy="1600200"/>
          </a:xfrm>
          <a:prstGeom prst="rect">
            <a:avLst/>
          </a:prstGeom>
          <a:solidFill>
            <a:srgbClr val="141E2E"/>
          </a:solidFill>
          <a:ln w="12700">
            <a:solidFill>
              <a:srgbClr val="7B61F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92040" y="3246120"/>
            <a:ext cx="457200" cy="457200"/>
          </a:xfrm>
          <a:prstGeom prst="ellipse">
            <a:avLst/>
          </a:prstGeom>
          <a:solidFill>
            <a:srgbClr val="7B61FF">
              <a:alpha val="80000"/>
            </a:srgbClr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92040" y="3246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>
              <a:solidFill>
                <a:schemeClr val="tx1"/>
              </a:solidFill>
            </a:endParaRPr>
          </a:p>
        </p:txBody>
      </p:sp>
      <p:sp>
        <p:nvSpPr>
          <p:cNvPr id="23" name="Text 21"/>
          <p:cNvSpPr/>
          <p:nvPr/>
        </p:nvSpPr>
        <p:spPr>
          <a:xfrm>
            <a:off x="5486400" y="3246120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Baskerville Old Face" panose="02020602080505020303" pitchFamily="18" charset="0"/>
                <a:ea typeface="Calibri" pitchFamily="34" charset="-122"/>
                <a:cs typeface="Calibri" pitchFamily="34" charset="-120"/>
              </a:rPr>
              <a:t>Multi-Signal Party B Ranking</a:t>
            </a:r>
            <a:endParaRPr lang="en-US" sz="1800" dirty="0">
              <a:latin typeface="Baskerville Old Face" panose="02020602080505020303" pitchFamily="18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4892040" y="3721608"/>
            <a:ext cx="3886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tx1"/>
                </a:solidFill>
                <a:latin typeface="Baskerville Old Face" panose="02020602080505020303" pitchFamily="18" charset="0"/>
                <a:ea typeface="Calibri" pitchFamily="34" charset="-122"/>
                <a:cs typeface="Calibri" pitchFamily="34" charset="-120"/>
              </a:rPr>
              <a:t>Combines frequency, volume, risk indicators, TLS-SNI, JA3 groups, and DNS co-occurrence into a single ranked evidence-backed confidence score for each endpoint.</a:t>
            </a:r>
            <a:endParaRPr lang="en-US" sz="1000" dirty="0">
              <a:solidFill>
                <a:schemeClr val="tx1"/>
              </a:solidFill>
              <a:latin typeface="Baskerville Old Face" panose="02020602080505020303" pitchFamily="18" charset="0"/>
            </a:endParaRPr>
          </a:p>
        </p:txBody>
      </p:sp>
    </p:spTree>
  </p:cSld>
  <p:clrMapOvr>
    <a:masterClrMapping/>
  </p:clrMapOvr>
  <p:transition spd="slow">
    <p:cover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2743200"/>
            <a:ext cx="3200400" cy="3200400"/>
          </a:xfrm>
          <a:prstGeom prst="ellipse">
            <a:avLst/>
          </a:prstGeom>
          <a:solidFill>
            <a:srgbClr val="028090">
              <a:alpha val="15000"/>
            </a:srgbClr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457200" y="2286000"/>
            <a:ext cx="2286000" cy="2286000"/>
          </a:xfrm>
          <a:prstGeom prst="ellipse">
            <a:avLst/>
          </a:prstGeom>
          <a:solidFill>
            <a:srgbClr val="00B4D8">
              <a:alpha val="12000"/>
            </a:srgbClr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0" y="8686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47548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Aparajita" panose="02020603050405020304" pitchFamily="18" charset="0"/>
                <a:ea typeface="Calibri" pitchFamily="34" charset="-122"/>
                <a:cs typeface="Aparajita" panose="02020603050405020304" pitchFamily="18" charset="0"/>
              </a:rPr>
              <a:t>Summary &amp; Compliance</a:t>
            </a:r>
            <a:endParaRPr lang="en-US" sz="3200" dirty="0">
              <a:latin typeface="Aparajita" panose="02020603050405020304" pitchFamily="18" charset="0"/>
              <a:cs typeface="Aparajita" panose="02020603050405020304" pitchFamily="18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365760" y="1280160"/>
            <a:ext cx="1965960" cy="2286000"/>
          </a:xfrm>
          <a:prstGeom prst="rect">
            <a:avLst/>
          </a:prstGeom>
          <a:solidFill>
            <a:srgbClr val="141E2E"/>
          </a:solidFill>
          <a:ln w="12700">
            <a:solidFill>
              <a:srgbClr val="00D4A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078992" y="1417320"/>
            <a:ext cx="548640" cy="548640"/>
          </a:xfrm>
          <a:prstGeom prst="ellipse">
            <a:avLst/>
          </a:prstGeom>
          <a:solidFill>
            <a:srgbClr val="00D4AA">
              <a:alpha val="75000"/>
            </a:srgbClr>
          </a:solidFill>
          <a:ln w="12700">
            <a:solidFill>
              <a:srgbClr val="00D4AA"/>
            </a:solidFill>
            <a:prstDash val="solid"/>
          </a:ln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" y="1453896"/>
            <a:ext cx="475488" cy="47548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365760" y="2084832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Baskerville Old Face" panose="02020602080505020303" pitchFamily="18" charset="0"/>
                <a:ea typeface="Calibri" pitchFamily="34" charset="-122"/>
                <a:cs typeface="Calibri" pitchFamily="34" charset="-120"/>
              </a:rPr>
              <a:t>Lawful Capture</a:t>
            </a:r>
            <a:endParaRPr lang="en-US" sz="1200" dirty="0">
              <a:latin typeface="Baskerville Old Face" panose="02020602080505020303" pitchFamily="18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457200" y="2468880"/>
            <a:ext cx="1783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Operates only on observable metadata. Equivalent to CDR analysis. No unauthorised interception.</a:t>
            </a:r>
            <a:endParaRPr lang="en-US" sz="950" dirty="0">
              <a:solidFill>
                <a:schemeClr val="tx1"/>
              </a:solidFill>
            </a:endParaRPr>
          </a:p>
        </p:txBody>
      </p:sp>
      <p:sp>
        <p:nvSpPr>
          <p:cNvPr id="12" name="Shape 9"/>
          <p:cNvSpPr/>
          <p:nvPr/>
        </p:nvSpPr>
        <p:spPr>
          <a:xfrm>
            <a:off x="2514600" y="1280160"/>
            <a:ext cx="1965960" cy="2286000"/>
          </a:xfrm>
          <a:prstGeom prst="rect">
            <a:avLst/>
          </a:prstGeom>
          <a:solidFill>
            <a:srgbClr val="141E2E"/>
          </a:solidFill>
          <a:ln w="1270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227832" y="1417320"/>
            <a:ext cx="548640" cy="548640"/>
          </a:xfrm>
          <a:prstGeom prst="ellipse">
            <a:avLst/>
          </a:prstGeom>
          <a:solidFill>
            <a:srgbClr val="00B4D8">
              <a:alpha val="75000"/>
            </a:srgbClr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64408" y="1453896"/>
            <a:ext cx="475488" cy="47548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2514600" y="2084832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Baskerville Old Face" panose="02020602080505020303" pitchFamily="18" charset="0"/>
                <a:ea typeface="Calibri" pitchFamily="34" charset="-122"/>
                <a:cs typeface="Calibri" pitchFamily="34" charset="-120"/>
              </a:rPr>
              <a:t>No Decryption</a:t>
            </a:r>
            <a:endParaRPr lang="en-US" sz="1200" dirty="0">
              <a:latin typeface="Baskerville Old Face" panose="02020602080505020303" pitchFamily="18" charset="0"/>
            </a:endParaRPr>
          </a:p>
        </p:txBody>
      </p:sp>
      <p:sp>
        <p:nvSpPr>
          <p:cNvPr id="16" name="Text 12"/>
          <p:cNvSpPr/>
          <p:nvPr/>
        </p:nvSpPr>
        <p:spPr>
          <a:xfrm>
            <a:off x="2606040" y="2468880"/>
            <a:ext cx="1783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TLS/encrypted content is never accessed. Handshake metadata only - server name &amp; fingerprint.</a:t>
            </a:r>
            <a:endParaRPr lang="en-US" sz="950" dirty="0">
              <a:solidFill>
                <a:schemeClr val="tx1"/>
              </a:solidFill>
            </a:endParaRPr>
          </a:p>
        </p:txBody>
      </p:sp>
      <p:sp>
        <p:nvSpPr>
          <p:cNvPr id="17" name="Shape 13"/>
          <p:cNvSpPr/>
          <p:nvPr/>
        </p:nvSpPr>
        <p:spPr>
          <a:xfrm>
            <a:off x="4663440" y="1280160"/>
            <a:ext cx="1965960" cy="2286000"/>
          </a:xfrm>
          <a:prstGeom prst="rect">
            <a:avLst/>
          </a:prstGeom>
          <a:solidFill>
            <a:srgbClr val="141E2E"/>
          </a:solidFill>
          <a:ln w="12700">
            <a:solidFill>
              <a:srgbClr val="F0A05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5376672" y="1417320"/>
            <a:ext cx="548640" cy="548640"/>
          </a:xfrm>
          <a:prstGeom prst="ellipse">
            <a:avLst/>
          </a:prstGeom>
          <a:solidFill>
            <a:srgbClr val="F0A050">
              <a:alpha val="75000"/>
            </a:srgbClr>
          </a:solidFill>
          <a:ln w="12700">
            <a:solidFill>
              <a:srgbClr val="F0A050"/>
            </a:solidFill>
            <a:prstDash val="solid"/>
          </a:ln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13248" y="1453896"/>
            <a:ext cx="475488" cy="475488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4663440" y="2084832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Baskerville Old Face" panose="02020602080505020303" pitchFamily="18" charset="0"/>
                <a:ea typeface="Calibri" pitchFamily="34" charset="-122"/>
                <a:cs typeface="Calibri" pitchFamily="34" charset="-120"/>
              </a:rPr>
              <a:t>Actionable Output</a:t>
            </a:r>
            <a:endParaRPr lang="en-US" sz="1200" dirty="0">
              <a:latin typeface="Baskerville Old Face" panose="02020602080505020303" pitchFamily="18" charset="0"/>
            </a:endParaRPr>
          </a:p>
        </p:txBody>
      </p:sp>
      <p:sp>
        <p:nvSpPr>
          <p:cNvPr id="21" name="Text 16"/>
          <p:cNvSpPr/>
          <p:nvPr/>
        </p:nvSpPr>
        <p:spPr>
          <a:xfrm>
            <a:off x="4754880" y="2468880"/>
            <a:ext cx="1783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Party B candidates with evidence tags. Full REST API. Dashboard for investigators.</a:t>
            </a:r>
            <a:endParaRPr lang="en-US" sz="950" dirty="0">
              <a:solidFill>
                <a:schemeClr val="tx1"/>
              </a:solidFill>
            </a:endParaRPr>
          </a:p>
        </p:txBody>
      </p:sp>
      <p:sp>
        <p:nvSpPr>
          <p:cNvPr id="22" name="Shape 17"/>
          <p:cNvSpPr/>
          <p:nvPr/>
        </p:nvSpPr>
        <p:spPr>
          <a:xfrm>
            <a:off x="6812280" y="1280160"/>
            <a:ext cx="1965960" cy="2286000"/>
          </a:xfrm>
          <a:prstGeom prst="rect">
            <a:avLst/>
          </a:prstGeom>
          <a:solidFill>
            <a:srgbClr val="141E2E"/>
          </a:solidFill>
          <a:ln w="12700">
            <a:solidFill>
              <a:srgbClr val="7B61F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7525512" y="1417320"/>
            <a:ext cx="548640" cy="548640"/>
          </a:xfrm>
          <a:prstGeom prst="ellipse">
            <a:avLst/>
          </a:prstGeom>
          <a:solidFill>
            <a:srgbClr val="7B61FF">
              <a:alpha val="75000"/>
            </a:srgbClr>
          </a:solidFill>
          <a:ln w="12700">
            <a:solidFill>
              <a:srgbClr val="7B61FF"/>
            </a:solidFill>
            <a:prstDash val="solid"/>
          </a:ln>
        </p:spPr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62088" y="1453896"/>
            <a:ext cx="475488" cy="475488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6812280" y="2084832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Baskerville Old Face" panose="02020602080505020303" pitchFamily="18" charset="0"/>
                <a:ea typeface="Calibri" pitchFamily="34" charset="-122"/>
                <a:cs typeface="Calibri" pitchFamily="34" charset="-120"/>
              </a:rPr>
              <a:t>Extensible Design</a:t>
            </a:r>
            <a:endParaRPr lang="en-US" sz="1200" dirty="0">
              <a:latin typeface="Baskerville Old Face" panose="02020602080505020303" pitchFamily="18" charset="0"/>
            </a:endParaRPr>
          </a:p>
        </p:txBody>
      </p:sp>
      <p:sp>
        <p:nvSpPr>
          <p:cNvPr id="26" name="Text 20"/>
          <p:cNvSpPr/>
          <p:nvPr/>
        </p:nvSpPr>
        <p:spPr>
          <a:xfrm>
            <a:off x="6903720" y="2468880"/>
            <a:ext cx="1783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Python codebase. Add threat intel feeds, IOCTA matching, or Wireshark PCAP import.</a:t>
            </a:r>
            <a:endParaRPr lang="en-US" sz="950" dirty="0">
              <a:solidFill>
                <a:schemeClr val="tx1"/>
              </a:solidFill>
            </a:endParaRPr>
          </a:p>
        </p:txBody>
      </p:sp>
      <p:sp>
        <p:nvSpPr>
          <p:cNvPr id="27" name="Shape 21"/>
          <p:cNvSpPr/>
          <p:nvPr/>
        </p:nvSpPr>
        <p:spPr>
          <a:xfrm>
            <a:off x="365760" y="3703320"/>
            <a:ext cx="8412480" cy="457200"/>
          </a:xfrm>
          <a:prstGeom prst="rect">
            <a:avLst/>
          </a:prstGeom>
          <a:solidFill>
            <a:srgbClr val="0A1628"/>
          </a:solidFill>
          <a:ln w="12700">
            <a:solidFill>
              <a:srgbClr val="00D4AA"/>
            </a:solidFill>
            <a:prstDash val="solid"/>
          </a:ln>
        </p:spPr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48740" y="3781527"/>
            <a:ext cx="320040" cy="320040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1005840" y="3749040"/>
            <a:ext cx="7589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ECHO — Maximum intelligence from metadata, Zero decryption and  Full investigative power</a:t>
            </a:r>
            <a:endParaRPr lang="en-US" sz="1250" dirty="0"/>
          </a:p>
        </p:txBody>
      </p:sp>
    </p:spTree>
  </p:cSld>
  <p:clrMapOvr>
    <a:masterClrMapping/>
  </p:clrMapOvr>
  <p:transition spd="slow">
    <p:cover/>
  </p:transition>
</p:sld>
</file>

<file path=ppt/theme/theme1.xml><?xml version="1.0" encoding="utf-8"?>
<a:theme xmlns:a="http://schemas.openxmlformats.org/drawingml/2006/main" name="Cyber Security Kill Chain by Slidesgo">
  <a:themeElements>
    <a:clrScheme name="Simple Light">
      <a:dk1>
        <a:srgbClr val="FFFFFF"/>
      </a:dk1>
      <a:lt1>
        <a:srgbClr val="00394B"/>
      </a:lt1>
      <a:dk2>
        <a:srgbClr val="002530"/>
      </a:dk2>
      <a:lt2>
        <a:srgbClr val="006F80"/>
      </a:lt2>
      <a:accent1>
        <a:srgbClr val="10908D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212</TotalTime>
  <Words>560</Words>
  <Application>Microsoft Office PowerPoint</Application>
  <PresentationFormat>On-screen Show (16:9)</PresentationFormat>
  <Paragraphs>100</Paragraphs>
  <Slides>8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Aparajita</vt:lpstr>
      <vt:lpstr>Alumni Sans Pinstripe</vt:lpstr>
      <vt:lpstr>Baskerville Old Face</vt:lpstr>
      <vt:lpstr>Advent Pro</vt:lpstr>
      <vt:lpstr>Calibri</vt:lpstr>
      <vt:lpstr>Arial</vt:lpstr>
      <vt:lpstr>Cyber Security Kill Chain by Slidesgo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Rithikkaa</dc:creator>
  <cp:lastModifiedBy>Rithikkaa S.J</cp:lastModifiedBy>
  <cp:revision>1</cp:revision>
  <dcterms:modified xsi:type="dcterms:W3CDTF">2026-03-16T11:10:02Z</dcterms:modified>
</cp:coreProperties>
</file>